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fa6a1da9b441a3" /><Relationship Type="http://schemas.openxmlformats.org/officeDocument/2006/relationships/extended-properties" Target="/docProps/app.xml" Id="R89eaea174a0c4002" /><Relationship Type="http://schemas.openxmlformats.org/officeDocument/2006/relationships/officeDocument" Target="/ppt/presentation.xml" Id="Raab741d565fe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89324951384521"/>
  </p:sldMasterIdLst>
  <p:notesMasterIdLst>
    <p:notesMasterId xmlns:r="http://schemas.openxmlformats.org/officeDocument/2006/relationships" r:id="Re90c3d8bbac1403d"/>
  </p:notesMasterIdLst>
  <p:sldIdLst>
    <p:sldId xmlns:r="http://schemas.openxmlformats.org/officeDocument/2006/relationships" id="256" r:id="Rf3d15c7cfea544ee"/>
    <p:sldId xmlns:r="http://schemas.openxmlformats.org/officeDocument/2006/relationships" id="257" r:id="R1de09a2824df4a9e"/>
    <p:sldId xmlns:r="http://schemas.openxmlformats.org/officeDocument/2006/relationships" id="258" r:id="R56345bda036b4a45"/>
    <p:sldId xmlns:r="http://schemas.openxmlformats.org/officeDocument/2006/relationships" id="259" r:id="R7551465fe586444a"/>
    <p:sldId xmlns:r="http://schemas.openxmlformats.org/officeDocument/2006/relationships" id="260" r:id="Raddce4cf49ec45af"/>
    <p:sldId xmlns:r="http://schemas.openxmlformats.org/officeDocument/2006/relationships" id="261" r:id="Rd7583393d8dd4fbb"/>
    <p:sldId xmlns:r="http://schemas.openxmlformats.org/officeDocument/2006/relationships" id="262" r:id="R4827abc980204c90"/>
    <p:sldId xmlns:r="http://schemas.openxmlformats.org/officeDocument/2006/relationships" id="263" r:id="R77fc61e6c49b425f"/>
    <p:sldId xmlns:r="http://schemas.openxmlformats.org/officeDocument/2006/relationships" id="264" r:id="R438295298af14af8"/>
    <p:sldId xmlns:r="http://schemas.openxmlformats.org/officeDocument/2006/relationships" id="265" r:id="Rb62a95e6a8f4496b"/>
    <p:sldId xmlns:r="http://schemas.openxmlformats.org/officeDocument/2006/relationships" id="266" r:id="R7505f0ff74514f86"/>
    <p:sldId xmlns:r="http://schemas.openxmlformats.org/officeDocument/2006/relationships" id="267" r:id="R5b0bd8e3b19c4c18"/>
    <p:sldId xmlns:r="http://schemas.openxmlformats.org/officeDocument/2006/relationships" id="268" r:id="R15d06c4d4db44d78"/>
    <p:sldId xmlns:r="http://schemas.openxmlformats.org/officeDocument/2006/relationships" id="269" r:id="Rb857ba1c0a1c46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e94931d8e843f3" /><Relationship Type="http://schemas.openxmlformats.org/officeDocument/2006/relationships/slideMaster" Target="/ppt/slideMasters/slideMaster1.xml" Id="Ree89324951384521" /><Relationship Type="http://schemas.openxmlformats.org/officeDocument/2006/relationships/notesMaster" Target="/ppt/notesMasters/notesMaster1.xml" Id="Re90c3d8bbac1403d" /><Relationship Type="http://schemas.openxmlformats.org/officeDocument/2006/relationships/presProps" Target="/ppt/presProps.xml" Id="R7e50c9fe983f440d" /><Relationship Type="http://schemas.openxmlformats.org/officeDocument/2006/relationships/viewProps" Target="/ppt/viewProps.xml" Id="Rf7f342dc13d24a10" /><Relationship Type="http://schemas.openxmlformats.org/officeDocument/2006/relationships/tableStyles" Target="/ppt/tableStyles.xml" Id="Rd46f8ed9fa394421" /><Relationship Type="http://schemas.openxmlformats.org/officeDocument/2006/relationships/slide" Target="/ppt/slides/slide1.xml" Id="Rf3d15c7cfea544ee" /><Relationship Type="http://schemas.openxmlformats.org/officeDocument/2006/relationships/slide" Target="/ppt/slides/slide2.xml" Id="R1de09a2824df4a9e" /><Relationship Type="http://schemas.openxmlformats.org/officeDocument/2006/relationships/slide" Target="/ppt/slides/slide3.xml" Id="R56345bda036b4a45" /><Relationship Type="http://schemas.openxmlformats.org/officeDocument/2006/relationships/slide" Target="/ppt/slides/slide4.xml" Id="R7551465fe586444a" /><Relationship Type="http://schemas.openxmlformats.org/officeDocument/2006/relationships/slide" Target="/ppt/slides/slide5.xml" Id="Raddce4cf49ec45af" /><Relationship Type="http://schemas.openxmlformats.org/officeDocument/2006/relationships/slide" Target="/ppt/slides/slide6.xml" Id="Rd7583393d8dd4fbb" /><Relationship Type="http://schemas.openxmlformats.org/officeDocument/2006/relationships/slide" Target="/ppt/slides/slide7.xml" Id="R4827abc980204c90" /><Relationship Type="http://schemas.openxmlformats.org/officeDocument/2006/relationships/slide" Target="/ppt/slides/slide8.xml" Id="R77fc61e6c49b425f" /><Relationship Type="http://schemas.openxmlformats.org/officeDocument/2006/relationships/slide" Target="/ppt/slides/slide9.xml" Id="R438295298af14af8" /><Relationship Type="http://schemas.openxmlformats.org/officeDocument/2006/relationships/slide" Target="/ppt/slides/slide10.xml" Id="Rb62a95e6a8f4496b" /><Relationship Type="http://schemas.openxmlformats.org/officeDocument/2006/relationships/slide" Target="/ppt/slides/slide11.xml" Id="R7505f0ff74514f86" /><Relationship Type="http://schemas.openxmlformats.org/officeDocument/2006/relationships/slide" Target="/ppt/slides/slide12.xml" Id="R5b0bd8e3b19c4c18" /><Relationship Type="http://schemas.openxmlformats.org/officeDocument/2006/relationships/slide" Target="/ppt/slides/slide13.xml" Id="R15d06c4d4db44d78" /><Relationship Type="http://schemas.openxmlformats.org/officeDocument/2006/relationships/slide" Target="/ppt/slides/slide14.xml" Id="Rb857ba1c0a1c46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6b5ba4c76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79a3a6a13b47bb" /><Relationship Type="http://schemas.openxmlformats.org/officeDocument/2006/relationships/notesMaster" Target="/ppt/notesMasters/notesMaster1.xml" Id="Ra57d763c818f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3f94ae5be4fa8" /><Relationship Type="http://schemas.openxmlformats.org/officeDocument/2006/relationships/notesMaster" Target="/ppt/notesMasters/notesMaster1.xml" Id="R96f94f16b4874a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87c48079f465c" /><Relationship Type="http://schemas.openxmlformats.org/officeDocument/2006/relationships/notesMaster" Target="/ppt/notesMasters/notesMaster1.xml" Id="R03d8c5184cd6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1be06656bd448d" /><Relationship Type="http://schemas.openxmlformats.org/officeDocument/2006/relationships/notesMaster" Target="/ppt/notesMasters/notesMaster1.xml" Id="Ra5ac56fe0f8e48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bfbf7397484534" /><Relationship Type="http://schemas.openxmlformats.org/officeDocument/2006/relationships/notesMaster" Target="/ppt/notesMasters/notesMaster1.xml" Id="R5bc0c3f9479d4d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afa3b38fe143d9" /><Relationship Type="http://schemas.openxmlformats.org/officeDocument/2006/relationships/notesMaster" Target="/ppt/notesMasters/notesMaster1.xml" Id="R74366647f3e747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e1f3ac35940c6" /><Relationship Type="http://schemas.openxmlformats.org/officeDocument/2006/relationships/notesMaster" Target="/ppt/notesMasters/notesMaster1.xml" Id="Rba70de4895c648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eafc565f514db3" /><Relationship Type="http://schemas.openxmlformats.org/officeDocument/2006/relationships/notesMaster" Target="/ppt/notesMasters/notesMaster1.xml" Id="Rb3d3d0f691f849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89c6292b541dd" /><Relationship Type="http://schemas.openxmlformats.org/officeDocument/2006/relationships/notesMaster" Target="/ppt/notesMasters/notesMaster1.xml" Id="Rccf4c022e8a14b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d6f61c19964d45" /><Relationship Type="http://schemas.openxmlformats.org/officeDocument/2006/relationships/notesMaster" Target="/ppt/notesMasters/notesMaster1.xml" Id="Rf924394de6cb49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1fcafa384845f2" /><Relationship Type="http://schemas.openxmlformats.org/officeDocument/2006/relationships/notesMaster" Target="/ppt/notesMasters/notesMaster1.xml" Id="Re4dc5ea13a8d45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d26b0f09a149c5" /><Relationship Type="http://schemas.openxmlformats.org/officeDocument/2006/relationships/notesMaster" Target="/ppt/notesMasters/notesMaster1.xml" Id="Rd5b6f21e888840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3ca348d3344efd" /><Relationship Type="http://schemas.openxmlformats.org/officeDocument/2006/relationships/notesMaster" Target="/ppt/notesMasters/notesMaster1.xml" Id="Raa0637a0c5704e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6dc5e4ebd44d86" /><Relationship Type="http://schemas.openxmlformats.org/officeDocument/2006/relationships/notesMaster" Target="/ppt/notesMasters/notesMaster1.xml" Id="Rc9ba2152398344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605f5cfe9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5d451ce6c4120" /><Relationship Type="http://schemas.openxmlformats.org/officeDocument/2006/relationships/slideLayout" Target="/ppt/slideLayouts/slideLayout1.xml" Id="R1a29ce2e3831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9ce2e3831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843072d2e439b" /><Relationship Type="http://schemas.openxmlformats.org/officeDocument/2006/relationships/notesSlide" Target="/ppt/notesSlides/notesSlide1.xml" Id="R0ba0e2c5e712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39e39f4fd4238" /><Relationship Type="http://schemas.openxmlformats.org/officeDocument/2006/relationships/notesSlide" Target="/ppt/notesSlides/notesSlide2.xml" Id="R9ffa906dd04d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ffd4c95484c53" /><Relationship Type="http://schemas.openxmlformats.org/officeDocument/2006/relationships/notesSlide" Target="/ppt/notesSlides/notesSlide3.xml" Id="Rcc7baa2ba194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38828973d4db7" /><Relationship Type="http://schemas.openxmlformats.org/officeDocument/2006/relationships/notesSlide" Target="/ppt/notesSlides/notesSlide4.xml" Id="R1829e97a303545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8b829f1640e7" /><Relationship Type="http://schemas.openxmlformats.org/officeDocument/2006/relationships/notesSlide" Target="/ppt/notesSlides/notesSlide5.xml" Id="R59373467d62440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46a9029974bdf" /><Relationship Type="http://schemas.openxmlformats.org/officeDocument/2006/relationships/notesSlide" Target="/ppt/notesSlides/notesSlide6.xml" Id="R6ce2591ace00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5a6622800425a" /><Relationship Type="http://schemas.openxmlformats.org/officeDocument/2006/relationships/notesSlide" Target="/ppt/notesSlides/notesSlide7.xml" Id="R956b98d21cc241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9901fad734406" /><Relationship Type="http://schemas.openxmlformats.org/officeDocument/2006/relationships/notesSlide" Target="/ppt/notesSlides/notesSlide8.xml" Id="R7a003f0018e04c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3c87a26a64688" /><Relationship Type="http://schemas.openxmlformats.org/officeDocument/2006/relationships/notesSlide" Target="/ppt/notesSlides/notesSlide9.xml" Id="R7d1074cbf70f42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c3b382f0d457d" /><Relationship Type="http://schemas.openxmlformats.org/officeDocument/2006/relationships/notesSlide" Target="/ppt/notesSlides/notesSlide10.xml" Id="Rae83d542beb24b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f309fd63b4ff9" /><Relationship Type="http://schemas.openxmlformats.org/officeDocument/2006/relationships/notesSlide" Target="/ppt/notesSlides/notesSlide11.xml" Id="R4cb3d78e9f494f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a7d19d3154910" /><Relationship Type="http://schemas.openxmlformats.org/officeDocument/2006/relationships/notesSlide" Target="/ppt/notesSlides/notesSlide12.xml" Id="Rcb50153eaf0240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3b74fcc534b7b" /><Relationship Type="http://schemas.openxmlformats.org/officeDocument/2006/relationships/notesSlide" Target="/ppt/notesSlides/notesSlide13.xml" Id="R97a538f0640043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4dd8d94004dd9" /><Relationship Type="http://schemas.openxmlformats.org/officeDocument/2006/relationships/notesSlide" Target="/ppt/notesSlides/notesSlide14.xml" Id="R4ea92b4dca5b47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5B322-9C37-428A-9C6B-A2A3FD27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86493-24F3-4E38-BE9B-937AEF17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ECA00-867C-499B-92E9-20B4A857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9051D-97D9-4958-BB24-7CD933C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9C51-12BD-4F11-903B-5AC41FF7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619250"/>
            <a:ext cx="6000750" cy="600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7B348-4CC3-46BE-91CA-4972D5D7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94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63467-1908-41B1-BCBD-9771454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424FB-2DA2-49CB-8027-188FFFA9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BRIEF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1A270-DDA5-4380-B547-E193610B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4BAB3-D84E-4FB2-A902-0F3E887F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A sharper executive deck: who shapes music learning, who shapes music as a hobby, and which evidence gates still block Board-safe conclusions.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A736B-DF94-4A41-84FF-3BD0E5D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9B245-BC4D-471D-A334-946C13B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An ecosystem view around Yousician.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6652C-56C7-4B5F-9EBD-EAF90DF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75A6D-8870-4147-A943-0C772F2D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5594C-EA56-412C-9DE3-5C925267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5956F-59E2-4DA2-ADEC-76847AD2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78096-60E0-4794-8A9E-A15B3713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6BB69-B627-4FCA-ACBA-22FB7924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key-player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E9333-3D9A-4DB0-B3DB-56C880B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9E281-3F09-40FA-9F92-B8EAA9C3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A3A74-037A-452E-B9D2-FBAB561F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board-grade market moves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93E65-A2DB-45E4-8DB5-AB68167F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527BD-FA3F-46C6-B4DD-983D3B3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A1756-CF4F-467F-BCF8-10865D7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4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9A408-BD2D-42C8-9D4D-C30532A7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1717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9525">
            <a:solidFill>
              <a:srgbClr val="3A62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C4A07-5AE4-4AC6-8ADB-B23DCB2A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72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Open the slides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858F9-E96E-4B0D-BDA8-F57C093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EAE9C-ECF2-4E6E-8E6C-2BEB3FA5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D5C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4D5CF"/>
                </a:solidFill>
                <a:latin typeface="Aptos"/>
                <a:ea typeface="Aptos"/>
                <a:cs typeface="Aptos"/>
              </a:rPr>
              <a:t>The report and workbook support the story; the slide deck should be the first experience.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7B1DA-DCF0-4695-BC8A-8AD4330E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9328BE-30BC-4791-867B-A78343C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Prepared 2026-06-11. Appfigures, relationships and hard claims remain visible gates.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2B606-F185-4CD8-BA43-25759EC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63562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B948EA-3ED4-418B-857F-7F19C521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BD71A-D215-4C99-AC45-3C62E51B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26B05-5890-4B1F-82ED-430E349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C9781-FC1A-49B1-9FF1-A7A2C91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93C52-7EFA-440C-B740-C5341B1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Answer the brief in three lines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F7E20-6AD1-45DC-8CAF-B96DE60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Everything else should support these answers, not compete with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34018-407A-4802-BD56-3E83052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BF717-1FE1-4A40-AB51-B8CE7A8A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07CA4-BE8C-431A-81A8-66AF2C6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15F3E-1130-4FE5-B433-64829A16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BD3FE-CF9F-4524-89BB-FFFF3FA3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Direct learning apps, hardware-backed ecosystems, song/practice systems, AI feedback utilities, creator educators and education benchmarks.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80225-0E0D-4F97-910E-EB7FD14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7798A-62F5-48F3-A450-715D1DF2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03969-4039-415D-8035-F76332C7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ECE69-A3F8-4CB5-98C5-3B78EA18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DB679-CFCF-4B20-A104-7ED1FE11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song libraries, creator tools, artists/cultural moments, retailers and AI generation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4F8DB-9FA0-42B3-A551-6D737E66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143F2-0773-44D7-95D1-89C84156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3C1AB-7122-4720-BB70-CCD304FA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FE10E-86EF-4B82-B7E5-65901B8D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Yousician's strategic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FBE38-8F25-451E-80DB-8A364D0D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AI companies, rights owners, direct competitors, hardware brands, creators, publishers, investors, awards and education bodies.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70F08-77D7-4CE5-A51E-B8F7FF50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A9079-896D-4CEA-B455-0AB18817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B0947-24FD-47C7-82A9-6BC7FCD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Executive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CC240-4C60-4865-9B86-F70B5D8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853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 slide after this should either answer one of these questions, prove the answer, or mark a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3AC44-3A53-4B67-AA83-68BE34C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9E9CD-8DDE-4E68-B4BC-9A181A2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brief requirements and executive synthesis layer.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F8F3F-999B-447B-932A-FCA694F9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8952600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C2666B-4A9F-47B4-B18E-4291323B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80423-255D-4FAE-A40F-2B20645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5535E-B073-4930-BFF7-21C2247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93AE1-4CD5-4374-9DA4-71AD7D6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C55E3-A842-4F90-B0F0-A629815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learner is surrounded by influence layers before any app choice happens.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BEE88-C0EC-4D92-B343-6AE2D052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This is why the map must include creators, songs, hardware, education, AI, rights and funding.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8D0A-C354-4BB5-952F-85C34FC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375D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C2B2D-F16C-4F30-AD57-2065D1E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412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594F4-04B4-4AC4-85C3-F6C9DC77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F2599-7CEE-44D3-8180-EFF46804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18862-8CDF-49AA-A2E1-2F117EF5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74B56-146E-4E59-ACF4-C4E7E5B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Direct learning and practice apps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2AB44-AF0E-4C5E-A4C7-865BBBA5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63510-79FA-401F-9FEE-884A3651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Song and repertoire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9DFC7-D74A-4A73-8975-67B62A34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78E87-0896-433F-9D03-F0AF374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Hardware-backed beginner funnels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32BF9-47CD-48ED-8263-009848C3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46501-273A-4CDB-A067-CD07817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58B82-0B36-4E61-997D-FC7A7CD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F5550-7825-4E3D-B668-8AC11D4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and production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C2769-921B-4431-9516-7B56FED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F8345-F75D-49DF-9FF1-C7BE43E4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Creator educators and media demand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27BF5-A3A8-4F0E-B8FE-A942BE4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7724D-2485-474D-8BD5-D5B6997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Formal education and teacher netw...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E361D-4131-486F-A0FE-1393577F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21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ED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955AA-FF90-4E40-8634-D00D2E7C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29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creation, rights and platform...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231D0-AFBB-4675-9CE7-6A74BF04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26007D-98AE-40D9-843E-8F696A32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0765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Capital, awards and public funding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5A0555-6F2B-47BA-BA8C-F89BE8FA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2D5A4-E4A6-41C1-BCC0-18FC006F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3C23B1-DC62-45DE-944B-219905B6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Inner 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DF9B2-DB28-4334-ACD6-3F6110D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Learning apps, repertoire, hardware funnels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03036C-EF63-40CC-8160-522238D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306BCB-0774-400E-8022-3566264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11FF34-1FB4-4F99-A360-820D674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Middle 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CC6EAF-6A3F-4F80-AE5B-88C431AE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Creators, education, AI practice utilities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A4BBE-D524-48DA-8BD1-D2B7E5E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931B26-42E2-404C-B354-EB92FB55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BD85E2-B320-4085-BD6B-5325E82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Outer 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94A12D-8B22-409F-AAEF-3321FB3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81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Rights, investors, media, funding, culture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E3B8ED-4B52-41D0-8C02-EA9722C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715251-F9E8-4C21-9F5C-1FDB7EEF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ecosystem_map_2_0_v3_2_2.csv. Positioning is a strategic synthesis from proximity, influence and momentum.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C05F6A-F32D-4CF0-BBDE-88388AA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847317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F57FF-7012-41D4-B4E8-129BFCC2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5A215-FB88-4A70-A13E-836E9982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F6BC4-2175-4455-9DCA-5E95659E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DBF5A-F9FF-4981-A722-8C522957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37CC6-E877-4EE2-898C-326E5ED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top actors matter for different reasons, not the same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23C15-2166-45A2-9463-51ACBA1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is an influence ranking, not a revenue/download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54603-8C0F-449E-979D-2D203DB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68647-3A45-4C6D-A4BA-61DFDB0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BCE39-A0A3-4C30-897A-44A86378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A5DC3-326E-4219-8A65-40E4C17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51F0F-42FD-4932-B8B6-4BB1B693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creation and rights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51279-A828-48B3-A0CE-C0F00087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0EEF4-0A80-4E9A-9AAA-867FD918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21BE1-DB70-442A-B866-8B34AA2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586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41163-0DA3-4FEB-BE3D-5EC99A2E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Music.AI / Moises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782D0-2FB6-4C08-980F-F39D10B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practice utility and creator tooling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706A4-3026-4907-88DA-E08A4BE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28643-51F8-4DD3-9EB3-E8FE769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8DE8E-22B3-4A68-8B8F-3F58C4E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FCE36-55F9-4A88-8552-7588DEF5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 / JoyTunes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D6140-026A-45DD-AD32-1823335D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Direct app-based learning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D9E9E-9B18-453A-AD52-2C8C905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3A994-F176-4E2F-87B1-B8B58B53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DF5AF-50B0-42A3-8BB5-5C2C2ACC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E79E1-86DE-46DC-932B-713E8531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 / Muse 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A0148-F643-4A4A-B4B4-B07AFC06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Song-practice habit and repertoire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867E2-1C6A-4474-8D99-1AE8875C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9F211-54FD-4B9D-A346-336FBDA1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BD653-11D4-49B8-97E8-C434AF1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92240-EA49-4D72-A979-1E6C8EFB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C1E84-1D90-4920-911B-AC021F99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Creation community and hobby expansion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854705-C452-49A3-87F4-A4868BFF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6BB410-3000-4477-8FAB-36879725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7F719-601E-4DC3-A948-36DF0355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9572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2590A4-441A-4E64-8A4E-AD4F4A8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TikTok / YouTube music discovery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840967-F4B8-4763-B1DB-5F3D177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Discovery, demand creation and creator trust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7C36FF-FF97-45FA-B4A3-15705A0E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1FCD9-1773-4D97-9E67-72C2F397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CDC00-3119-4EE3-B5F5-8C3D6C05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053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A6BF10-21F4-424A-835D-48CACCD3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24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/ Gibson / Yamaha hardware ecosystems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04C4A3-E120-4D1F-BB57-27EFBC4B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84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Instrument access, bundles and branded learning funnels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7FBD06-E593-4F9D-8D81-C8C2AD90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075930-08DB-453B-9A56-AC8BEF20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85C7CF-E1C9-4AC2-AA7C-0A401E81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6BFBDD-2839-4418-BBC3-E6C15807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9158F7-089D-4044-ACFF-7A0751E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727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Paid creator tools and rights-aware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5849B2-BBFE-4954-9BD6-E568BE82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A694CE-E9D4-4ED7-AF33-59C0D78B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59C01B-C609-475C-A947-C5FEDD65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600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F14A8F-C622-4C9E-9355-7CCA157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93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ABRSM / Trinity / School of Rock education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356025-2E0C-46F2-BE4C-20BE1521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0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Trust, curriculum, certification and teacher/parent influence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91C43D-5923-4829-B3A4-DADC44D2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22C3AB-A8EB-4CCB-B2C9-FC0567E2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4DD743-7C9D-407E-B202-1E82E0F6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4A7FA6-0A2F-43FD-BF88-71860BEA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02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Spotify / labels / rights infrastructure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3D7827-6340-4C52-905C-87414EA0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Rights, artist data, repertoire and AI governance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BA0663-3E61-425D-A398-FFBDB123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55A201-D5E0-4609-805F-ED93F2E6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How to read the ladder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6C32C7-28EB-4E3B-BEAA-B58A0590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Suno changes hobby creation.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Moises changes practice utility.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Simply remains the closest performance benchmark, but Appfigures is missing.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Ultimate Guitar owns repertoire habit.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256C5A-4B6B-48BD-9336-06E4B541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E5F7ED-1A8D-4C3F-A9B6-12AA241E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 REVENUE-RANKED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7F8B45-EB18-4399-AA01-B115092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74EC0A-46CE-4A1F-94D1-1CABB03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executive_top_10_actor_ranked_v3_4.csv.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618F67-37DF-4463-9FE7-55F17301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750250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54509-9B1C-4B73-BCBE-D2413AB1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0CD22-FA78-4BD4-987E-2181A85A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9078B-14E9-44B3-BFFA-E76F4D2C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A7E9E-6DEC-4D3D-8AD6-7035126F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C0EE5-ABCF-4298-B773-5E61C17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Success cannot be reduced to app revenue until Appfigures is populated.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4A7D7-9DCB-404A-A283-5A073B1E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current deck should define success as a set of proof surfaces with Appfigures marked as the missing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3FD7B-479A-4669-95AE-A7EDA72E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D4176-7408-4336-BC2B-9FF247E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2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Success</a:t>
            </a:r>
          </a:p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1648B-BC9C-479C-B0BA-17A22245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858D7-BB9E-4557-8377-6400AAD7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2D943-A838-4BB6-BBFB-37D4F03F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Habit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8C175-C0FE-4975-8302-555A114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6404C-7439-40F6-B6F0-C84B09A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B5B9-00C8-466E-AF34-09B58CF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9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0EAC1-D1F5-484D-8325-235C1913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74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Repertoire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AC1CB-667A-4953-96EB-385732C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9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song/tab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AC991-1FB1-4373-A473-2A525688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C330C-F5A4-45A5-A49A-71069DF2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583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013F1-859E-4F25-AF9D-5A6B99D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3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C19A1-407A-4A18-9DA8-C5585FE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3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/ teacher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77911-1088-45B7-A9B7-F23F119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8E07F-74D1-480C-91F2-E21AA7CD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618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7D3F6-C7D8-48BD-9ABE-81236333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68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D6A1B-1490-43E3-940C-6989F4F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8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hardware and retail distribution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9DBD2-D19D-4899-A8EA-B29BB038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32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EE3B0-AEFC-48D1-8517-0455D9A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82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107381-B604-428C-8BD4-C4BF769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432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Utility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A52147-3634-4BD4-9796-84BB637C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82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AI-assisted practice adoption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AE104F-F450-4ED8-8435-13AEB91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67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6C883-5E8B-4DAD-B81D-1F685757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17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1C27CD-8E33-4B4D-AA2A-A6669B4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67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A824A3-2C5A-4136-968A-2FBE30F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417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funding, launches, partnerships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5E245B-69B0-4C18-9376-E03ACBDD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55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8BDD89-9187-4F03-A6A0-ABA48021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0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9951D-9D4F-4F59-8F14-C10C55F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5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117C9-AF86-4590-A233-FA937697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40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downloads, revenue, ranks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F21505-D8E3-43CA-A23C-F78E25C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912894-57FE-4643-A75C-0E47324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65D6F8-158E-4556-9E9F-EF90FFEF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Appfigures caveat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EBB864-6E20-4779-B8E9-E8328070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47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 of 16 app-performance rows are credentialed. Revenue, downloads, ranks, country mix and trends remain blocked.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2E23A4-81DB-418A-8900-E15D7C96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18DDDB-0184-480C-8DD9-E08B3618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 request pack, public proxy status and executive synthesis.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75CE8E-0A3A-4190-8E7F-2944B7F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800699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F085C-DA08-4177-86F2-A2E2D106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D86C5-0031-4D3B-A99D-15190A65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F9F2C-377B-47EC-A356-5D7775E0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APPFIGURES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B9E9D-8C76-406D-B1C6-42866FCF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AB9AF-0E58-4903-9AAC-D92691E5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performance section should look like a gate, not an empty 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5E495-2C3B-471A-98D0-06C87B3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brief asks for Appfigures where possible. The correct visual answer is: ready to import, not populated.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FD3EB-65ED-44DB-AA01-1702F320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6B242-CE50-4418-9C4F-231CA6A5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F49D4-7F30-4E98-895A-9428043D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479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credentialed</a:t>
            </a:r>
          </a:p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Appfigures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8C35D-FE5A-4DDD-98F4-B87D0842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9C0D7-6C1F-44D2-872D-8FAB745E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Do not rank app companies by revenue, downloads or country mix until the authorized export is imported.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4E6C4-6B98-4BB5-A838-6B25DAF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92B67-1881-4E97-9F32-A85DAC94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B94E4-7642-4B1A-AEE7-2E131BD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3671E-AA78-4234-B428-29AE685C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56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Guitar - Learn Guitar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F0546-1B48-4C90-816E-DBF87614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C5AD6-4402-4705-B145-BDDA948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F0A4C-F245-40F9-9A61-526936AA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5217B-51CA-4859-9C3C-3AAA1B4B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2E432-5BD5-46F2-A59F-C069C7B6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Piano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E7F34-26AA-4C46-95F6-8643CEA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4EDAE-7B90-4BB3-9A91-C8D31FE6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2A046-C2B5-4BE3-9BCA-F4263CA1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8069F-4BF0-43AA-AF19-58749633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0B7AA-8BF9-4316-B305-759D897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09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flowkey - Learn to Play Piano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5E621-1A6A-43AA-8161-6FBCAA4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4CDF5-6D0B-470B-BB01-78A0F021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B2DBD-FFA4-4194-8302-CF1422A3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CE19A-644F-44AF-974E-BFC93533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A6FCC-FBEC-4CA9-8B70-32E79D0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Skoove: Learn Piano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6C5C9-6E68-4228-A812-A721EF50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4701C-30D9-4DBF-A906-BFE513B0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985FFF-FB7C-4024-ADBB-5F18402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98AC18-6679-48FB-A001-69727EEB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Play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18D062-ACE0-4DD7-BEF2-9217F69E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Fender Play: Learn Guitar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6330F-3732-4231-8771-F77AB35A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F5D895-F7D0-48F2-81C4-04FBA26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383A38-DFF3-4616-B213-CE03A9A8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D72B31-0AD6-4C61-8A13-DEDB28F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Gibson App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10102-6C92-4177-A4A7-D0591DE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44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Gibson: Learn &amp; Play Guitar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DDCDEF-A651-4F47-9EBD-A8E34273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FD8DB-3D86-4CB9-B21E-90723D0D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65CDC1-E302-427E-9D14-01CC48CC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8D8284-F448-4790-B21D-BF6ACB71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Moises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3535F4-3C91-4A31-9C02-A3CB996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22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Moises: The Musician's App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227584-9B2F-4916-A707-904F20B8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5A31A3-BF2C-4919-BDCF-A280DD1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B3B94B-CFF9-4AA6-A8D4-7BB62CAA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A5D11E-BA25-4486-B466-E170ED03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2C7161-B189-44C9-BD1D-EA92CADD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61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Guitar: Chords &amp; Tabs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21390E-CD46-4178-80E8-613B7AB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AD0C6B-8F79-4D1C-8156-66DA7558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E2F384-B6C5-4F56-B317-BE099942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AF038A-48E3-43BC-AA29-763B1A7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MuseScore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563466-0952-42A3-9F11-EF75FB2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MuseScore - Sheet Music &amp; Chor...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A8976F-F9CB-4948-87B5-E55DBE34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6C597A-BD00-4722-9356-4CC6CD4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7078BE-6C11-40CB-9C35-40B67F4F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106D8D-8637-4DB2-B1EC-DA29597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Songsterr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C9EAA4-B74F-476C-9CD4-AD32C536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65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Songsterr Tabs &amp; Chords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2DCD53-D938-4989-AE8D-72F87DBF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F4B04C-52ED-41B0-B589-5B05DF90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187A98-5A8C-4FC1-945A-A33830FA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386F75-9FE4-4970-80D4-9373D42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875443-7674-4ABB-9BB2-3DED9CB1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B49946-F620-4496-BA92-3387308B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F30646-DC61-49B2-8FE9-E7C94F2A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55C150-198A-4503-8BD6-20DCF3E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B4D441-3480-4353-9FEA-3B0B77B4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E8BF71-F8C4-4CBC-9D87-055EBD5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357E19-6F5B-493A-B7A0-FBDF8C08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C16EE5-7DE5-451F-93FF-CCE3C709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575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971FC0-5FEA-4626-BD35-900BE7B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CDB97A-552E-47D8-93C7-9B6C2AE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29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Import path exists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943E8CC-5303-434C-B83B-161EDB11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959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request pack has 16 app rows and exact fields. Use the backend import/API path before calling performance findings complete.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E3675E-45FF-41AB-A0B9-E15E29E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EE60788-C7F5-49DB-8806-9ADFFA91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appfigures_request_pack_v3_2.csv and appfigures-performance-export-integrated-v3.csv.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9DB617-BB02-44DA-92EE-79D74AC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6667246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FD54F-CDB8-4ECD-A7E5-4AB889CE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D3017-55AA-4FD8-8817-FFD7D269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AB71D-DEE9-4D62-B207-FA802513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553E7-AEB2-4508-BDCA-BB4EBE19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C5A57-3337-4137-9987-8AFF41D4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market-move story is curated for board reading.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EA0A2-97EB-4BB7-B740-6F2917CA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main deck shows the shape of recent news, while static context stays out of the board timeline.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8EB05-F1D1-414C-A8C8-BDA5F97B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companies and AI initiatives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441A9-76FA-477C-AA36-8622B65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B42CE-0979-4324-A560-BF7E1956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2821F-DE22-447F-A219-5EF348D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F2E8F-AE99-43BB-913D-60DFD4DA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Media, publishers and cultural 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BA7D1-3E2E-49EA-892E-4623EF7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9A7BF-7405-4C9A-911A-79BE8A30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3762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C2A60-E0F1-4D76-8743-F0E60AC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E74BB-26F4-4907-B7EE-E95192B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EA0A3-D75D-42E0-A108-5ED0CA10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ADA3C-879B-4D28-9424-1FFB3C9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924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E0D06-B506-415E-BAE9-D43F76B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6713E-4F97-43BF-937E-2BA6749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FDF73-5BC1-4457-BE01-C4796C34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816C5-1F36-461F-AB8B-37CABA81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2505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F339C-6C66-4BFC-BC04-3EE3763F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C3249-0D15-442E-A4D6-0D0B8FB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Teachers, schools and music education organizations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B9B0B-D5F4-4437-BF00-63668E40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4C385-8319-4BE7-9F02-7CCB56D8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085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8A3D8-9180-4FAD-9A23-24C21099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5FA7B-F93D-49BB-A220-C6593CFB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hobby software 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92709-1F92-4F36-8FE9-520D1EFC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B256D5-EF9E-4B60-9A80-1A924371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22B2B-F4A6-4476-AAAB-C95971B9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B68A0-79E3-4B01-BD33-893F85D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Wider education and self-improvement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66621-1061-43F4-B51F-6B8C90E8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0382D-0580-41E1-9D8D-947758C0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C9E8A1-7D6F-47E2-BB8B-7DD17C5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0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5D77E6-6F41-469B-8106-0EA35FB9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learning apps and platforms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C91CC7-652C-4B6F-9081-BD9895ED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91A530-85DE-4AFD-AE08-8221576E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0F643F-3F29-4542-81D3-FC86D85A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6FAFF-ED8D-4EAB-B419-000BD56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52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062238-1E99-48BC-BE50-7D73EDFA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7644BB-2A58-4203-A069-DC41053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board-grade moves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9A7F43-D5AB-48C7-B477-3554020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861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Static product facts stay appendix-only.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97A2B-172D-4A15-B790-49697414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665424-157B-4E67-800E-8F7F59D0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WHO MADE NEWS FOR WHAT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F8ABEA-A434-47D8-BD54-7367E25A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2BD402-0E32-428E-8258-0D9E670A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7BFFC8-FCD7-4B69-BD2B-4C0EC0D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491F77-A66F-4788-9CA0-AF181496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Use this as the 'what changed recently' proof object. Grade A/B events carry the main story; Grade C context remains appendix-only.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558991-CDCA-4CB0-BA58-F4E928A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26DF64-76B4-4BB5-BBF7-6E4DF89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market_moves_24m_curated_v3_2.csv.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65E12A-DA88-4B30-B145-67802966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4691580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4E00C-5FEB-4CA9-9C17-F332278F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C723-0482-4451-8862-630BE1B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EED5E-5EBB-400B-A014-4358B53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91341-C811-4622-BF05-DA3DB021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78114-7330-4B8F-9415-441FC72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has become a market structure issue, not a feature checklist.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7AF18-70A2-4721-BC1B-78C8F744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ecosystem now splits into creation disruption, practice utility and rights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81959-0883-4A37-98C0-6745FC0D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186CD-8C4B-466A-9F82-161891E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55058-A08D-4CA6-9E40-F9CC8926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disruption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D018-553D-4330-A9E6-926D2CF2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Suno, Udio and BandLab change what participation can mean before instrument learning 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9CE14-77F4-4A3E-94CC-FB023C9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312F5-A091-4E37-B5C7-D1ADF191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57886-1839-4CC6-BCC5-3181F31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Practice utility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FDBDE-4CCB-4292-BD65-B5A4E92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Chord ai and transcription tools attach AI directly to songs and practice.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21B6F-7736-4613-A04C-A56CBAE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A5451-28F1-4A32-8865-22B88F9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BCD75-BC74-4A9E-BCA0-B8662426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Rights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7284A-7915-4CA3-AE3F-5E73A97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Labels, publishers, AI litigation and policy decide what is safe to build and license.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85767-36D1-4E00-9F81-2742DC1B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B81A-4A37-4DDC-8A87-B33BDAC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AA350-CC34-4E3F-AD39-45237C5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CBE8C-67EB-409E-AB23-8A46CA2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D8B0D-0EC9-480B-B771-35287851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710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761A1-E5B8-4D0B-9039-05990A99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AI belongs in the map because it changes the learner's alternatives, utilities and constraints around Yousician.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56466-4190-4415-B65B-6A5A567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138BB-9C33-41AF-B10E-1FC32001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AI-related rows in market_moves_24m_curated_v3_2.csv and source audit.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5F898-0FCF-4DDE-870A-3B493CBD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7932689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A01EF-2D0C-44AA-97FA-E985128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601AE-9A00-4E04-87C3-289C444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91CB9-6822-4826-AD97-89EA6B56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50064-03C1-438D-A9FE-5E29C36B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7CA8E-4253-465B-AE68-1350135D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hobby journey is broader than lesson completion.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77D8E-AE41-4FF6-BC7D-4FD12BB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slide answers the second guiding question directly: who shapes music as a hobby?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ECC1C-9BD0-4EBD-8C7A-5197AFDC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81E72-5F0E-4DF0-819F-63B32F5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50FBD-EF47-426C-B809-913D2EF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8CCF9-BEE2-4884-85C5-D4C98434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C8D33-E0F0-4522-90B4-DEDCDD1F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artists, cultural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21EB1-C2D6-43A4-B8AB-5A61F10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62AC0-2135-4019-8667-5DAC82A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F0FF9-E8A3-4B18-90D9-71CA94A5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8EF91-970B-4DD1-8DB7-1C92AAD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EF0C3-0311-454F-B497-EB123E9C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Instrument brands, retailers, hardware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EE0AE-6276-49E8-B46E-374EBE14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57DAE-3195-4969-8E23-599FE2C1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266D7-8319-4743-8315-BCB52DD1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652A7-2DFA-4EDC-9F5E-FE185A29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E35F5-4228-4E7F-8F70-D75D45F4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Apps, teachers, schools, curricula, feedback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FF7C6-921B-427F-909E-860FD95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A89A1-7A12-4EC5-ADFE-41A7528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97F5E-3645-4C86-9172-DB3AB7FC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DE89E-544A-4AE8-A3CB-137629C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62C43-AD0C-4C59-9EE7-720218B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Guitar, Songsterr, MuseScore, Chordify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39E89-6BB7-4F66-A389-A14D407F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0A031-E916-4218-B6EA-D3F3EBBC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4CDB59-EF28-43E6-979E-158C97DC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E2AD3-85B7-4FD3-BDFE-1E7202FC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0C06E2-C619-4EB6-BB17-244FB667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BandLab, GarageBand, Ableton, Splice, AI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0385E3-2DCC-49F5-91E7-3BE63F5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5A8DD3-1516-440C-8C72-574C8C8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B9B73F-22AA-40B9-8690-B1D8393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0AC3B1-B11E-4548-8642-B204A9AA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777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Yousician's environment is shaped by demand before the app, repertoire during practice and creation/community after the lesson.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993D61-C7A2-457D-9C11-3CFCB7DE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A4D398-178A-4AD4-B837-7AC8000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media/cultural drivers, music hobby software ecosystem and executive synthesis.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26EB55-267D-46A7-A485-09BBFBC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3972329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1B1C7-3C7D-4E54-A23F-33611740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78B85-CDA8-4E12-A6A3-5F367CD0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718A7-EECB-4B45-A296-89ED1149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870E0-3D17-463F-9A2E-B2793B24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DA79F-0C74-4DC9-91F0-47E6E36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Teachers, creators and education bodies are not appendix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9BF0C-8BC0-4EC5-8355-D820446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They influence beginner trust, parent confidence and method legitimacy.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08815-C71F-4740-922A-0979457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3BE0E-4D8D-4A5A-93D1-63942694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A0133-1C93-42DF-9E78-A66702C3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A70FA-025A-48B2-B3F9-80CECE1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ABRSM, Trinity, RSL/Rockschool and similar benchmarks shape progression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DBCA3-0D49-4BBC-A4CB-1A1620E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72665-8A60-42B2-9DBF-1FF28BF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220A2-2A12-48EF-A5DB-443340C3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ADCB5-4495-42D6-B8C4-81A86FC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YouTube-led teaching creates demand before app comparison and trust after onboarding.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C4BF6-6072-4D86-8B22-7AAA9D1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E6FB6-1CDB-4DA3-98DF-D58CBE5C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9327A-7F3A-4748-B99F-BF4E4DDB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Internal relationship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1DBB4-EC2D-42EB-9304-8FCB5532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Relationship owner/status fields are prepared but must be completed by Yousician.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338A1-1386-4DFE-A9A0-0078893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9A86B-231D-4E01-A9A0-7B4D59A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E5BA8-BCBB-4B30-95F2-4A3BD5E0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 caveat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55E48-157A-4E4B-8C5F-806B9DC7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JustinGuitar / Marty Music / Rick Beato / Paul Davids. TikTok, Instagram and average-view reach still need platform validation before partnership planning.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180FA-C9CC-49FC-A776-DC0F46BE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AE038-0316-4A00-B45E-C604068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teachers_schools_education_v3.csv, influencers_creators_v3.csv and relationships_template_v3.csv.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05776-E02F-4633-9C09-F4CEB0DF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2419882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F1E8F-6929-4AB8-BE08-6D3F723E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3A1AC-6EAA-4F9E-B722-2F48BA87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81967-649C-450D-9F4D-E777413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617A8-F3D8-44E3-96BD-6FA6B42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FDF3E-0083-464E-8CAC-FF70D8CE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relationship layer should look intentionally incomplete.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B6EBA-416F-4E1E-B125-B82546D3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It is a Yousician completion layer, not an external market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AC037-C645-46C2-A3AE-DF0C6AA2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3F4B1-A93A-4C05-BD6B-8D3734C5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97C3-F5EE-477F-B7F9-FE68969E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D849F-17C9-4C30-A84F-67603475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B7AF5-6A7F-4783-962D-11D97A2E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DC9AA-9744-4BCC-BE9E-41771A8A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348C2-CA8F-4214-B589-270D3E7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461E5-25FB-44E2-A513-82107700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CB94-1CA9-43BD-A735-3C7F7724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relationship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FEA9F-2F4E-4AF9-8EBB-68BD0048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F4845-180E-4263-B53E-293C94DE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6142E-5CD3-4A8F-8ED9-6D3E0B3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4C5EF-7167-4F81-8922-F19F747A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EC4F5-764B-401E-8048-E0C5C7A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5B235-B31E-4661-870F-07215BEB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last contact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E6FE7-B3D5-4F2C-A0F8-16483FF5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A9C77-B841-4747-85B6-3C1D6549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863CA-8837-4D00-882B-0ED9D24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suggested 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17F23-47F9-4E21-AE2D-D1735A7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C248E-3FD7-4CE8-B64A-E3E476A5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6D527-BFFF-45B9-BEFC-4EE014CE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CF3DF-3493-404D-9CE6-988E6415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B6970-5D05-4277-8096-0B7B642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Standard wording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F0BA01-75A2-4FAD-9D1F-8AAC6BF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Internal relationship status not yet captured in this dataset. To be completed by Yousician.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4086C-B465-498D-944D-36442D6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47739-469A-4E68-8EB2-A8B18B9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relationship-validation-template.csv and relationships_template_v3.csv. No external inference of relationship status.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FB1FD-8DB7-44F4-BC11-59D5ECB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2543895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F2CA7-5FEE-4294-95CC-2A1DB158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EB614-FCF2-4BBC-B003-B361C68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FF988-AB22-4719-9770-557D001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VALIDATION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13E5B-3B6B-473F-BD82-3C8D1A8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06EAC-A045-4D44-B1B5-9700E025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Validation gates are explicit, but they do not lead the market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8DAD6-F3D5-40CA-AFF6-20CD2B6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package separates usable findings, review work and true blockers so no hard claim is overstated.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409AC-A219-4E4B-81C4-919FB555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E53B6-E270-47DD-8657-2ED80EC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08DD8-66A7-4F35-ABAC-249E98A4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2641D-0ADD-43CF-B91C-AB476C4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key players, timeline depth, request pack, duplicates, proxy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4F99-A5B3-441D-A825-ECCB9E2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4A843-E54A-442F-A074-7135F883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D1167-C9A9-4EA1-8113-F2BFA679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29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Needs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201FF-309D-487F-A7E5-3E6287B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refresh queue, hard claims, source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4A52-2F1F-469C-AE4F-584D6115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D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E7421-AD57-488B-B35B-3A7D43E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91D58-0406-4518-8105-EFFEC91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44D8A-6421-49CD-B921-3B27D615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credentialed Appfigures and relationships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50320-5B82-46B9-80F5-AC24D89A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3B50F-8A98-4A01-B067-F746197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B375D-9189-48C3-B8D9-16BD5512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Market 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A82A4-1273-4B44-81E5-C171F20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6144-48F4-4EDB-9F40-A9F1E59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A7E13-1C6A-44A2-B338-D08917C1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F7038-0188-4347-B65B-5960D7A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Key-player relevance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322E3-5AF7-40E9-B770-290644EB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6C39D-112D-4D37-A838-96394B0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58A190-A26B-49B6-8913-FC05A20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7611A-DED8-4DEC-A7A4-49B24F77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Ownership / investors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F80E9-F444-4AF5-9D70-947E8A42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36D08-875E-4C6C-8C40-70495F7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492FA0-4FA5-4046-81F7-10F4CD76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84A098-86A9-4311-AB8B-7CAF92F3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reach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3CDCF9-DAFC-4AA3-99FD-A832C800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E9ADBF-C174-4972-85D3-B589636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865D9-BF64-45F0-A320-C318B32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064EA0-A982-4E11-A240-21D5ED4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Investor / deal relev...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FC3F7-BE95-4887-90BC-15E295D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A1636-3F07-4626-BFCA-D4BA2B15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D4FD5-7B2D-4F25-831B-BD451944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12B1DE-AC28-468B-B396-1D75B4A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Education reach / role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07C8CF-06FB-4788-B794-704B11BD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961871-2BCB-48BF-8F40-EFEC9F4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328C70-365B-474B-B661-A31E378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FF6FB8-ED4E-4E6A-8B18-BEA1C0F9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Current review risk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9524A3-FCD7-487C-B890-088B158A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055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 source-change review items, 78 refresh retry/access rows, 33 hard-claim confidence gaps and 42 Low/Pending source-audit rows remain visible.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C42A98-4B73-465B-BB75-D787FEA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D9E823-BB1F-4FCA-96F8-96A9B18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data_quality_check_v3_2_5.csv and claim_source_matrix_v3_2.csv.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0744A6-053A-4A0E-865B-6173FA5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8490322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F7CF1-597D-46AF-B902-D1CE873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44F1-6DB1-417C-8274-BE12315A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38EDA-39FD-40E5-9B8C-C0F74110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SEND HIERARCHY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8D99A-16E7-4C4E-981A-EA925B25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5D524-7CA0-4A8B-B74C-77524999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Keep the recipient package simple: deck first, proof second, completion files third.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1C619-F93A-46CC-8372-CBE99C3E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Short/standard/full exports and dashboard files should sit behind the main read, not compete with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88EFF-B52E-4329-8EF0-142ACF92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AD83D-374E-44C8-8187-FA40EDFB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D426F-4D02-4D12-BF80-8301DE82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44723-1E8C-4655-81AC-3F5E6687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85D5B-55E1-424D-9F9E-149ED06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executive slides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7F44D-C971-4E6C-9EE3-9D57B3D2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A2061-D151-493D-A77A-EA9BFE2A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1456-2E7C-4318-8555-4FEEB641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3D0C9-214C-4E9B-A9D2-6684C698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D9A34-37AD-4820-84E6-0F131AFF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Read second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40435-8662-4227-8083-2EF22EFF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market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FF8C5-5A28-4FF9-B148-F264C32C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060E6-BB19-4800-A227-CDF0092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99BBB-4CA3-41C1-805A-E36736E0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C6316-5F55-47D0-B1DF-B0CF9C1A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7F3CC-7AF2-481B-8F68-A423260E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Audit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DD218-198C-468B-B8CD-9E00E97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database/workbook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BB2D2-267F-4005-93E7-8447D68B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76F25-0605-42FD-A4F8-D7CB7E1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A868E-C013-41D7-8B8B-0A8A1F6B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8DCB6-ED81-47AB-AA75-18017AE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D6559-FE52-4635-87A2-2137EAE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FF8CC6-72FE-4389-9D25-EEFFDB4B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Appfigures + relationships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60492-4583-477A-BEF7-D714A10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410E76-47CC-4196-A574-E43CB488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45299-ADF8-451C-BD93-8CC98306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87CED8-D6B1-4B17-82CB-A972D71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AB9E42-4789-4D74-AEAB-08DB91FD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8499A-820E-4F6F-8FEB-AD7ECE10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exports/dashboard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373393-4E75-481C-9706-4DFA6B8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B5855C-9CD4-4A98-8F79-0DA0C967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EAF0FE-C96D-459D-9987-3EFBDC2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1E6549-A747-479E-82A6-74ACC17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A224EC-AB78-4366-9DB3-86812CED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E053BC-9DB7-4539-A0A6-6868E26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Board-safe output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F0A73C-1ECE-46E4-A507-F5F44AEB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F44F97-D020-4D80-B1AA-3A411138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B3DF4A-9B9B-41EC-911E-F36DC9E0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primary files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A058FB-161F-4DC5-B367-3C75985C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D3BAA8-E9BC-44D1-928B-B5D20BB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941410-0EE4-459F-B8F9-B29BFA07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completion files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CEFFFF-BC0D-45A2-A8CB-8F057F7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426BFF-3238-44CE-A379-C97DE5F9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BBFFB4-BE2B-4CC0-AC67-0F21ED1E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29379D-C451-43FA-BA0E-5A455788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8C978E-FB74-46F4-97F3-32E9558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605687-BF8F-4DC4-BBA1-8AFA62A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relationship rows pending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8E9BF8-A15B-4575-B047-F1531C6A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698DBA-7E61-4BBC-96C2-E96648A6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pre-send package structure. Operational refresh mechanics are appendix material.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F2B32E-8C8D-42CD-BD4F-FDCF0C41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922915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1D16B-5A8D-4993-8055-6DE49B9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46736-C298-4BD1-AD15-21ABAB92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BC5B6-5518-4E0A-BB5D-CC0522D7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SEND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4FC41-E08E-4F35-8C4A-2B10A0BC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47A67-D919-42B8-BFA2-DECF1EB2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Use a slide-led executive package, not a dashboard tour.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17985-DB67-45F1-A485-6780FB25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slide deck carries the answer; the report and database carry the audit trail.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37F3E-AAD8-41B2-A256-4A10C3B4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2FB1C-23D4-4557-876A-72872D28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246BF-4380-4141-B18D-1D6D175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A28C0-3025-422E-A32C-756D701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SEND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097AD-45B4-4E6E-8D2E-D8C03219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66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Executive Summary 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C00D9-73EA-4A05-A92C-C233CBD8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Primary meeting read. Opens with the brief answers and validation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29648-0E81-4167-B1D4-D5BDC573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393DB-3137-40E6-BB18-2EAAB181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18592-02CB-4353-99AB-E3B04E10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46E67-5403-4191-ADEB-4F380DF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USE AS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7AA08-320E-4540-BC8D-3B2DA4FC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5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Final report +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2B34E-68FA-460F-9234-6F35A2F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Full market landscape, player rows, claim matrix, sources and appendices.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61176-F090-426E-A81E-EB38353E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FD898-2651-4434-8EE6-6424568A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E498F-C5BE-43A5-8292-578DC61D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DF825-6915-4C0E-B35B-C27A5071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STILL BLOCKED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EEC53-2DBA-4770-9902-D2AB285D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Appfigures + relationships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F9993-B9B1-4E5E-85F9-0D6772D0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Do not claim performance ranking or relationship status until populated.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5C75D-7842-40BB-ADA3-A01E857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945D0-9D03-4DFD-B490-A8355070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0BB28-96CE-44F4-94DC-7FC349A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The deck is brief-led and recipient-ready. The remaining approval gates stay visible where they affect claims.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C482E-D184-44B1-B53F-57498225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00E59-692A-43BC-81BB-5839EE5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Recommended order: PPTX first, PDF second, workbook/database for audit questions.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88860-9CC4-4F51-9621-582F8301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v3.5</a:t>
            </a:r>
          </a:p>
        </p:txBody>
      </p:sp>
    </p:spTree>
    <p:extLst>
      <p:ext uri="{BB962C8B-B14F-4D97-AF65-F5344CB8AC3E}">
        <p14:creationId xmlns:p14="http://schemas.microsoft.com/office/powerpoint/2010/main" val="1023430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2026-06-11T20:08:45.9360000Z</dcterms:created>
  <dcterms:modified xsi:type="dcterms:W3CDTF">2026-06-11T20:08:45.9360000Z</dcterms:modified>
</coreProperties>
</file>