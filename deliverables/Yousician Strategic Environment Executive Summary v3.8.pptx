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9f5329a98541d6" /><Relationship Type="http://schemas.openxmlformats.org/officeDocument/2006/relationships/extended-properties" Target="/docProps/app.xml" Id="R7b11c6a6a8634084" /><Relationship Type="http://schemas.openxmlformats.org/officeDocument/2006/relationships/officeDocument" Target="/ppt/presentation.xml" Id="R37c0aac51f63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4ea6de462c41a7"/>
  </p:sldMasterIdLst>
  <p:notesMasterIdLst>
    <p:notesMasterId xmlns:r="http://schemas.openxmlformats.org/officeDocument/2006/relationships" r:id="Re6927f2e44584881"/>
  </p:notesMasterIdLst>
  <p:sldIdLst>
    <p:sldId xmlns:r="http://schemas.openxmlformats.org/officeDocument/2006/relationships" id="256" r:id="Ra260ac29b5c84206"/>
    <p:sldId xmlns:r="http://schemas.openxmlformats.org/officeDocument/2006/relationships" id="257" r:id="R30cbdb813e39453e"/>
    <p:sldId xmlns:r="http://schemas.openxmlformats.org/officeDocument/2006/relationships" id="258" r:id="R77cea02a415a4b88"/>
    <p:sldId xmlns:r="http://schemas.openxmlformats.org/officeDocument/2006/relationships" id="259" r:id="Rebc0094527e64657"/>
    <p:sldId xmlns:r="http://schemas.openxmlformats.org/officeDocument/2006/relationships" id="260" r:id="R50f61d704a57493d"/>
    <p:sldId xmlns:r="http://schemas.openxmlformats.org/officeDocument/2006/relationships" id="261" r:id="R8b2cfc22ddfd4ff4"/>
    <p:sldId xmlns:r="http://schemas.openxmlformats.org/officeDocument/2006/relationships" id="262" r:id="R14f4d4051026401d"/>
    <p:sldId xmlns:r="http://schemas.openxmlformats.org/officeDocument/2006/relationships" id="263" r:id="R35b51ab0751945eb"/>
    <p:sldId xmlns:r="http://schemas.openxmlformats.org/officeDocument/2006/relationships" id="264" r:id="R3a09e586d9484e81"/>
    <p:sldId xmlns:r="http://schemas.openxmlformats.org/officeDocument/2006/relationships" id="265" r:id="R951a476116c84591"/>
    <p:sldId xmlns:r="http://schemas.openxmlformats.org/officeDocument/2006/relationships" id="266" r:id="R868dc50b7c034ec8"/>
    <p:sldId xmlns:r="http://schemas.openxmlformats.org/officeDocument/2006/relationships" id="267" r:id="R6e2a921a5d9447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aa3931b2db4cc2" /><Relationship Type="http://schemas.openxmlformats.org/officeDocument/2006/relationships/slideMaster" Target="/ppt/slideMasters/slideMaster1.xml" Id="R444ea6de462c41a7" /><Relationship Type="http://schemas.openxmlformats.org/officeDocument/2006/relationships/notesMaster" Target="/ppt/notesMasters/notesMaster1.xml" Id="Re6927f2e44584881" /><Relationship Type="http://schemas.openxmlformats.org/officeDocument/2006/relationships/presProps" Target="/ppt/presProps.xml" Id="Rbd63df3a66c7408a" /><Relationship Type="http://schemas.openxmlformats.org/officeDocument/2006/relationships/viewProps" Target="/ppt/viewProps.xml" Id="R59fceca4164640a3" /><Relationship Type="http://schemas.openxmlformats.org/officeDocument/2006/relationships/tableStyles" Target="/ppt/tableStyles.xml" Id="R2f1852556db647e2" /><Relationship Type="http://schemas.openxmlformats.org/officeDocument/2006/relationships/slide" Target="/ppt/slides/slide1.xml" Id="Ra260ac29b5c84206" /><Relationship Type="http://schemas.openxmlformats.org/officeDocument/2006/relationships/slide" Target="/ppt/slides/slide2.xml" Id="R30cbdb813e39453e" /><Relationship Type="http://schemas.openxmlformats.org/officeDocument/2006/relationships/slide" Target="/ppt/slides/slide3.xml" Id="R77cea02a415a4b88" /><Relationship Type="http://schemas.openxmlformats.org/officeDocument/2006/relationships/slide" Target="/ppt/slides/slide4.xml" Id="Rebc0094527e64657" /><Relationship Type="http://schemas.openxmlformats.org/officeDocument/2006/relationships/slide" Target="/ppt/slides/slide5.xml" Id="R50f61d704a57493d" /><Relationship Type="http://schemas.openxmlformats.org/officeDocument/2006/relationships/slide" Target="/ppt/slides/slide6.xml" Id="R8b2cfc22ddfd4ff4" /><Relationship Type="http://schemas.openxmlformats.org/officeDocument/2006/relationships/slide" Target="/ppt/slides/slide7.xml" Id="R14f4d4051026401d" /><Relationship Type="http://schemas.openxmlformats.org/officeDocument/2006/relationships/slide" Target="/ppt/slides/slide8.xml" Id="R35b51ab0751945eb" /><Relationship Type="http://schemas.openxmlformats.org/officeDocument/2006/relationships/slide" Target="/ppt/slides/slide9.xml" Id="R3a09e586d9484e81" /><Relationship Type="http://schemas.openxmlformats.org/officeDocument/2006/relationships/slide" Target="/ppt/slides/slide10.xml" Id="R951a476116c84591" /><Relationship Type="http://schemas.openxmlformats.org/officeDocument/2006/relationships/slide" Target="/ppt/slides/slide11.xml" Id="R868dc50b7c034ec8" /><Relationship Type="http://schemas.openxmlformats.org/officeDocument/2006/relationships/slide" Target="/ppt/slides/slide12.xml" Id="R6e2a921a5d9447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ae7c42a650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73540038f24aaa" /><Relationship Type="http://schemas.openxmlformats.org/officeDocument/2006/relationships/notesMaster" Target="/ppt/notesMasters/notesMaster1.xml" Id="R5794152d3408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69470722144fb" /><Relationship Type="http://schemas.openxmlformats.org/officeDocument/2006/relationships/notesMaster" Target="/ppt/notesMasters/notesMaster1.xml" Id="Rcc22e9cf5efd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c7471296714770" /><Relationship Type="http://schemas.openxmlformats.org/officeDocument/2006/relationships/notesMaster" Target="/ppt/notesMasters/notesMaster1.xml" Id="R93b8a8b4ea6545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34981ca80a46ee" /><Relationship Type="http://schemas.openxmlformats.org/officeDocument/2006/relationships/notesMaster" Target="/ppt/notesMasters/notesMaster1.xml" Id="R457762f2e30d41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d18f40697448e" /><Relationship Type="http://schemas.openxmlformats.org/officeDocument/2006/relationships/notesMaster" Target="/ppt/notesMasters/notesMaster1.xml" Id="Rc8a187bf1d0341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cb00e2b7b54b3f" /><Relationship Type="http://schemas.openxmlformats.org/officeDocument/2006/relationships/notesMaster" Target="/ppt/notesMasters/notesMaster1.xml" Id="R6b0843952f68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97355e8cee4b2f" /><Relationship Type="http://schemas.openxmlformats.org/officeDocument/2006/relationships/notesMaster" Target="/ppt/notesMasters/notesMaster1.xml" Id="Ra3cf48f57d004a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6d9c93970349fa" /><Relationship Type="http://schemas.openxmlformats.org/officeDocument/2006/relationships/notesMaster" Target="/ppt/notesMasters/notesMaster1.xml" Id="Redf58e79c91e48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20b945ba74e9e" /><Relationship Type="http://schemas.openxmlformats.org/officeDocument/2006/relationships/notesMaster" Target="/ppt/notesMasters/notesMaster1.xml" Id="Re11e0847e72740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f90a7d8d0f4eca" /><Relationship Type="http://schemas.openxmlformats.org/officeDocument/2006/relationships/notesMaster" Target="/ppt/notesMasters/notesMaster1.xml" Id="Re8d8b657ee5f4d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268b27ac14522" /><Relationship Type="http://schemas.openxmlformats.org/officeDocument/2006/relationships/notesMaster" Target="/ppt/notesMasters/notesMaster1.xml" Id="Ra24b5835762e44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4ac24d69849f0" /><Relationship Type="http://schemas.openxmlformats.org/officeDocument/2006/relationships/notesMaster" Target="/ppt/notesMasters/notesMaster1.xml" Id="R3df1eca2aadf40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56fef8244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f4f18927c64007" /><Relationship Type="http://schemas.openxmlformats.org/officeDocument/2006/relationships/slideLayout" Target="/ppt/slideLayouts/slideLayout1.xml" Id="R5663cc904ff0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3cc904ff0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686298d72473d" /><Relationship Type="http://schemas.openxmlformats.org/officeDocument/2006/relationships/notesSlide" Target="/ppt/notesSlides/notesSlide1.xml" Id="R11ab33c4f8c7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4fff941284ad4" /><Relationship Type="http://schemas.openxmlformats.org/officeDocument/2006/relationships/notesSlide" Target="/ppt/notesSlides/notesSlide2.xml" Id="R77097e721553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a7bd593b84108" /><Relationship Type="http://schemas.openxmlformats.org/officeDocument/2006/relationships/notesSlide" Target="/ppt/notesSlides/notesSlide3.xml" Id="R1c4a2be51b8c4a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da328906042f7" /><Relationship Type="http://schemas.openxmlformats.org/officeDocument/2006/relationships/notesSlide" Target="/ppt/notesSlides/notesSlide4.xml" Id="R533511e776f04c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ca5100a314fc0" /><Relationship Type="http://schemas.openxmlformats.org/officeDocument/2006/relationships/notesSlide" Target="/ppt/notesSlides/notesSlide5.xml" Id="R01337a92e77d4e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99f2faf464e2b" /><Relationship Type="http://schemas.openxmlformats.org/officeDocument/2006/relationships/notesSlide" Target="/ppt/notesSlides/notesSlide6.xml" Id="R89af283d042847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97e799174863" /><Relationship Type="http://schemas.openxmlformats.org/officeDocument/2006/relationships/notesSlide" Target="/ppt/notesSlides/notesSlide7.xml" Id="R26c7e16470414a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a8f4ebdb4135" /><Relationship Type="http://schemas.openxmlformats.org/officeDocument/2006/relationships/notesSlide" Target="/ppt/notesSlides/notesSlide8.xml" Id="R0106c1771cf2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08d0102b84d0c" /><Relationship Type="http://schemas.openxmlformats.org/officeDocument/2006/relationships/notesSlide" Target="/ppt/notesSlides/notesSlide9.xml" Id="R38c6b7504a06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8d2a9e1b64326" /><Relationship Type="http://schemas.openxmlformats.org/officeDocument/2006/relationships/notesSlide" Target="/ppt/notesSlides/notesSlide10.xml" Id="R47cfb62fc3494c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a38e98aa4f75" /><Relationship Type="http://schemas.openxmlformats.org/officeDocument/2006/relationships/notesSlide" Target="/ppt/notesSlides/notesSlide11.xml" Id="R4986121208144c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75d0ffb6e4d7e" /><Relationship Type="http://schemas.openxmlformats.org/officeDocument/2006/relationships/notesSlide" Target="/ppt/notesSlides/notesSlide12.xml" Id="R985da2ccff884b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5C6E0-4E52-4CB9-9CA8-9EBFEB0C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12AB-78C8-4A7A-895B-AA046E7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9BF3C-0AD9-490C-8B57-7FBC6107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61034-80F7-4C0B-B1BE-17B947D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791B8-17A5-4B9E-AB76-FAAED22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BE9AE-AB5C-48D0-B84C-287ABE68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0074-A758-4BC5-97AC-3BA3D9F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34B1-CA0E-43A1-9B85-A194964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EB48-DC81-444E-BC3B-F25E8BF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703F4-D99C-4801-83C9-80FB6841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final performance conclusions.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47225-B5F5-4300-AB5A-5B057257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673F7-92DA-482F-9197-2BA5D265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1DDE-6ABD-457F-AEC5-2BC2FFCC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383A6-F69A-46CE-A019-094F732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67034-A15C-4AB9-8CE6-59E6CB5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655FA-E739-4757-A9F3-6BB8200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697B8-92C1-45B1-AB9E-AA7726E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C39D8-9500-4F9F-A39A-D9FAF60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A7D19-032E-47F3-AEFD-E21EE13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38883-0581-48B1-B04D-0818F2D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61E04-37E4-477E-BA25-4355CF0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news-grade market moves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DE28C-B9C0-4D61-AA6E-5B09D12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C1288-A467-415F-9A8B-C1A3915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6D910-6E6B-42DE-B21F-78B0BC8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B52BE-F9D4-4016-B2BB-B3092E5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5608C-9E9B-4A95-AA4B-C356EF68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Market story lens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A77B2-F945-4B56-A926-AF2C516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1D2DA-9978-49A5-957B-4F023053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deck gives the executive read; the report and workbook hold the evidence trail.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0EACA-410F-4771-B322-78196440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3DC50-F979-40E1-AD77-FC023DE0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2026-06-12. Appfigures, relationships and hard claims remain visible gates.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AEC03-59F0-431E-AB75-21EC5E8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6381215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914D1-6753-417E-B91C-3837161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C3D1D-D116-4122-9621-20B01CAD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28B53-291D-4D57-97BF-ACD80ED8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6A850-6DBF-4293-89B1-69FB77EC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6A5BD-B593-45EF-8FBF-DDC9464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Three answers define the landscape.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07C86-6479-4BC8-874F-7BE8751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rest of the package supports these answers with evidence, sources and completion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8F745-242D-4217-9696-5E464D73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5C675-7945-4502-A4B5-9E375544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A55DE-B13B-4FCF-A430-C8AB49B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43EDD-3A29-46C5-A745-9F9849D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71DB5-D8BF-414C-A598-0A2A34F0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AA461-6046-4965-BCBD-B5677F99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21A2A-B63D-4AD8-9D8F-D9E4F80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AA25D-D0B3-4FD4-960E-E5EDDEC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A1786-C33F-401A-93A8-E9413FA4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DA510-D79D-4698-B0C9-580706F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87C57-2E20-4842-BC95-256C663B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84107-6BB4-4DAD-ACA2-30963F1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9BBF2-0204-4BFF-A5D6-D770449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86A09-C921-45EF-B497-EEE0C4D4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C6C29-EB4A-4BFF-BDD0-151E500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CFA70-593C-4E17-9B99-1AF003B6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B8C24-12E7-40AD-8A99-45A488C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B24A3-18B6-4794-BB19-3A8640F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synthesis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1670F-E3FC-4E7C-BC6D-C7FC8AE0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ecosystem is shaped by learning products, repertoire habits, creator trust, hardware access, AI pressure, rights infrastructure and funding momentum.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8E29E-ADEE-4ED6-AC04-E2E5D7A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3C10A-66C6-4DCE-AC92-83F12E2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0A939-9BD7-44BE-80C2-68A344A9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5475049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5320B-3B62-44C3-87BE-F2D828F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94355-35DE-46B1-9566-FFBF65B2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CF666-DD83-4DA1-89A1-F4BE4D7F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573D1-CA19-4409-9D8B-95294C09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7CE04-3174-4135-8243-1582318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A54B5-DCDC-41FA-ACDE-8E2F0F3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EFDC8-859F-4D08-9CC3-FACCC3DC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8E300-DFC4-4A68-87D9-3B28D5A4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F375F-BA09-4219-9AFF-1160307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7FF88-2389-4A7D-A283-43C01784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5268-CCE1-45CD-A797-C66EAFF9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5D02-453E-4411-9EC4-37EC319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62660-7AF1-4217-B129-96D50AD3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BAEC3-9416-4A93-93B7-0D390FA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F98E9-A3A1-4A5B-A16C-A58B636C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1F80A-9B78-49BE-8F81-2B51FE56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67E9A-DCCF-4C36-BE4E-D61B8B4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0BDF-BB87-40A2-94CD-006951C6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DAC0F-F11A-44E9-AEC3-928A127C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F6E30-804E-4FDB-9CC5-3E9286C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13750-D6D9-4CB4-8D38-DCE6D28E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362F0-4246-48B6-9766-D4876039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AF9B2-80E3-4F7E-A3AE-0EE7AF9C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CFF86-6B33-4DDB-A996-28F57E7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75B8C-D539-4B35-A1AE-8ED5B7F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361CD-E99B-4353-BEC0-C6DD882D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7DABE-2ABB-40E4-822B-DC2BAF5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FDEC4-B4F1-4D2D-A8DA-67ACE80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59F86-EA2E-4319-83CC-82065DC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63E47-F866-471B-811D-1956174D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C4A797-02AA-420B-AB02-3B62036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141DC-553E-4656-8AB3-003B7B0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328B5-013B-4C37-9D25-AE13C2A5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1A80D-AB6C-4D98-986D-85B1AC7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D4D6E2-0016-4EC2-86A3-2DC2540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BC3EB4-AEA7-438B-B5AE-E85B61EB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A2269-9A16-4855-827E-95DC68FE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C8AE5C-41A8-4D85-8130-689E701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197EE-E3F6-4D8D-8348-3537D357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C3CDF1-407F-40FA-A65E-6A39787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13437D-0563-4C84-9F0E-CF56F47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88FADA-B438-43C1-B997-D3EAA0DB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20C049-1B11-4C12-9F6D-DCE1AAC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7065903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14BF0-48DB-4322-ABB2-16E3CC6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2D02A-F98A-4BAA-9EC7-0D6899B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EDF50-D0D7-468D-B4A0-0738902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8E7BA-99C2-41F8-AA8E-3ADA574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2A000-5F1D-4843-953F-CE85BBA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3030C-F90D-4482-8714-5B2E842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46E8-60C1-465D-9F2A-CB3DCF8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15507-A351-45F4-9D0D-6B12BC7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8BBB6-86EB-4D0A-A43C-88CAB9C2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2AAE6-782F-4A33-8990-C78EE454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0374B-E348-4437-B13E-E28DA9A7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A3028-B50B-4E31-9DF4-4A979099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56E76-FB9D-41D5-84E8-0614AB0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EF879-5237-4BA0-BA15-DC677F40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67C62-EE89-4508-8B88-8D6021F5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5C2E5-C561-4BC2-8353-2C1DE92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49B40-43D4-4576-A337-B238256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FF9B9-A850-4484-A2B3-2022596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8AB8D-521D-43D9-9D3D-B02AC11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04BF2-75EA-4643-89CF-BE4FA0A3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AAF66-AC30-4CD7-929F-73C3AD02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900D0-9D5E-40E7-8BA7-E7283A8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E9A5C-B9AC-4BDB-804E-F5D0492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9A34D-9BF5-4578-A1FA-3424CEA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9E5D3-315D-429F-9A1F-5882FFE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7E46A-BDAF-4615-AE2C-0EC9E671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5B414-3126-4ADF-852A-3848357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F27C6-A4C6-411B-A1B4-C32DC70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B0650-E18C-4848-BCCC-4D202A9A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21217-D112-40E0-ADBD-7F4FAC88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1149F-EB91-47A7-823C-FE73FDCC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6D02A-32FD-4D9E-A24F-690659FE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CD859-B5CF-444B-B5A9-5196A32B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8FA215-DE18-49B3-A7FC-955BCE7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C411A-FF46-4F6D-8F78-44DBFD9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B92670-8988-4D08-962E-49CDA1A3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15C542-BA80-450A-AFED-89D2673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741C67-E251-46A9-BAF3-05BEF5BB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53E45-D1ED-4556-86AD-A3C40F27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17CBBA-1129-43A3-916F-AA545011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3A0C8-7FF0-42F6-B930-4833634B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DE89B-9890-4150-9924-D1F1ED5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90AEA1-8481-45C6-BF78-33FB64B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02C6CB-148C-4B69-9057-0C22ED9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3FAE41-41C4-4066-9236-62AB2CE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F2AAC6-88F2-46FC-9D50-A4B0C66F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599C41-9247-4C86-93A7-4CCB9D33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529EA-B804-4976-B6CD-B17B728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861A87-72F0-4DD1-A56F-4218E0A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855AEB-08F3-4B64-9521-61E45695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6AAFE6-BB41-43AF-B6CD-7D32535B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39D232-BB10-47D9-B68E-A9D617F6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B4691D-4F65-4740-82E6-8B6A139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45ACBB-99F9-45D0-A3A9-223DA8B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ADDFE2-2061-4751-BE71-53A0E33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DC0BDA-32AD-4B17-A67A-7F13E9D2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A1FBCF-5EA9-4FFD-A29F-33FC27D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936771-BED2-477C-B816-2E9D674F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13D42F-C5AA-4ADD-9348-836517C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creation; June 2026 $400M+ Series D / $5.4B valuation strengthened the signal.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A24961-40FD-49A6-8167-97594D3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AFB21C-E37C-45C5-BD0D-74B0ADDC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CAB099-6B93-4574-AD27-7D461665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D6D6EB-70F6-481E-BCB7-0D6E273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2B6BBF-565E-4614-AD56-95D03FB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3610431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97D6BB-BF42-470B-A9EB-164325CA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A74BB-885D-4A10-BEFE-51059907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5EBF5-ABE0-4E7D-A674-FA0ACDA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E28B-8629-42C4-9886-D984964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73EC5-69B7-483F-86EF-7B87048C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2485D-E2B3-4698-8D15-1A23465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772A0-FD50-486F-91AB-864C8FC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4BC5B-A51A-475C-967F-49C8F759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4CB36-FABB-4860-ADD4-E0705A2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E2D16-2BEA-4F31-96A5-178E3FF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1588-B51E-4BA9-BF6B-CEF54BF1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8190C-C9E3-4CDD-B520-F80C8BE6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A2F06-B639-4033-B1AC-9837D536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DB96F-0944-4EED-89D2-C6B1B8E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1DEB7-B7C8-436F-B778-5E4C800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A707A-7B3A-46BA-A6C2-BF94E1D8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713E8-0EE8-4E59-94A5-1EF5B38C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DBFA0-E033-4B8B-8416-F3B4EA04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6A80F-FCEB-43B7-B32E-48DADC34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4E031-34D0-42DC-B3E0-1AD3690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72C81-D04F-49E3-AD2D-02CE885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B82C1-D043-40F2-8C69-4F32B2D3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72C0-537C-4135-A235-AC50476D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0C988-63EF-432F-B755-59C5CE7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E95E7-7314-43C5-9541-57CBDCE2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EE3CA-9F42-4CB8-B28C-42C0F50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DF215-8228-4B1F-B4F3-C5D9478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C5417-2594-4C58-8D56-4418148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D9231-7C89-48FC-97A0-C2D73DD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04ADE8-C2A0-4B97-9523-42FDF9B4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78190-6684-4048-974B-DDD5AB28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78671-7BE1-430C-BE37-9C895B2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964C9-B296-481B-99C3-2C26E13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6F017C-D0B9-4AE0-86B5-BFAEEE92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12E434-093F-4555-A0C6-C410BBCF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02A3E4-BBB6-41BA-9BE6-2F51F3F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39DC44-A88B-42AD-A7D0-B343A69E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62EB9-EC3A-4676-9644-B5F82EC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2F1CD-A7C4-4E87-AA7C-12F84C56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BCED7C-33FB-4F7F-A412-695D9CD6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FC3F45-10FA-4EF5-825B-44E9A27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FE8BAE-F572-481E-995F-00BDBEE4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F1AFA-6089-4514-9F88-CC6C500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0182369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9AC91-F225-4DBB-80F2-52F20AA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3E363-A5F8-4CD1-8CBC-BC12D71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5D021-AD0F-44DD-80CB-D16A401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7740-1D37-40C2-A7EA-C3F2740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21C9-C877-4999-B073-1A0DAFC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 performance conclusions remain gated until Appfigures is imported.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2C44-73EC-4506-B353-4A5802C1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direct learning-app field is mapped, but revenue, downloads, rank trends and country mix are not final without credentialed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FAA23-9E46-4BC1-9F2F-4A5A0FB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DD890-E6CF-4F06-96F8-3F98319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0ACD4-9D63-4221-87AA-C00523A5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F72C2-5651-4E79-83E1-2F29221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4B2A-E4F2-4FD6-9727-56280B1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A5396-2E08-48F9-8764-76A04D8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262C0-C8FC-4A3F-87DF-4145DDE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064AB-F202-416E-A1D8-4A03E711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C054C-06D0-4751-85BF-8F310539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5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/ casual learners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441E9-CC45-430D-821D-D9B1029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23BCC-64C3-499F-B250-8809ED03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8C9E0-0AAB-4371-9C0C-37F480C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913D4-CF1E-4AAB-9A89-315A2E2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D529A-3E4B-4236-BA82-4CBA9AB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87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piano learners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F36F3-9A8C-4341-9F29-9A12EB0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0CE64-551B-4C1C-AE64-101B650F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20B8D-004B-426C-A781-1BE30E52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130D2-3A39-47A5-AA38-F11FF52C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C21CB-CD8D-4B43-B86E-A85BE34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87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piano learners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29A13-5F49-4F86-9A25-5AF2F9E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17DA4-593C-4B7A-B6EE-47623BB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A51EB2-5E74-4E02-BDA8-CB0570CB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8F6E4-20EC-47B6-A3CE-F483422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2A98C-C78C-47CB-813F-137252BE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guitar and bass learn...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81DA8-743C-480B-B8AD-1B847164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72D5E-5314-44F1-A0EA-A72E09B3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3C3FD-F778-4E8A-887E-EA9B61F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7EE082-5496-457D-A300-426CF81D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BC3DD-B618-4DA6-8879-4A49C3F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guitar learners and G...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DBA13E-5D91-4B49-943F-83219A8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D32B69-596E-4CAC-A8AE-3EBF9ECD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BC5671-FD8E-4C3C-9669-8A25C13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334E04-83F1-4906-971F-EC656CE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Guitar Tricks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4DB42-3148-43AD-83FD-9DAC0C06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Guitar learners seeking struct...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104290-F485-4B0F-9A54-5EE7388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17F8BC-C247-4552-884C-CA1378BC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57FB26-D4EB-44CB-8281-6F792A6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2B6CCD-20F7-4041-8702-2D3D6B3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Pickup Music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B951CA-024C-44CC-99C1-1741F6A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40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Intermediate and style-specifi...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B496F-A8FE-4291-8B19-F345C797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A2B29C-DCBC-42A3-B4A6-3650B555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444002-06F6-4CA2-86DE-ACFADA21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C0A835-8026-4579-85E4-F5AE183F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Rocksmith+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2EA138-AF13-4D4C-B50D-58FF8AAE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68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Practice-oriented guitar/piano...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D2C09F-06EB-4F36-988A-A4756FB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860131-F69D-4BF2-AFDE-6FC9DD2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0D2C4C-D1DC-4FD8-BAC6-A842D7C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1190BE-F231-409C-B02B-4FDEABD8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Musora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9E4A7E-6393-416F-AA89-12721313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80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Multi-instrument learners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C315CE-333D-4CFA-A48C-314880C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DDC7C0-CA26-4B98-9A3D-421B315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D83B12-E523-4032-B652-24C97F3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1E6E39-89DD-49D0-9553-8F5D35ED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Fretello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257F4C-5245-4342-A4E1-54BD4DD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831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Beginner and returning guitar...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987E1-0F77-48CB-B893-332B711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9E810C-69A3-4DF1-89A7-94E663D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0B1C5E-4070-4F08-B4C0-F5AD1679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8B4248-2559-4268-960A-CA9ADD9E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Duolingo Music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B44E91-8DF7-4A69-89A5-6FA828A8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978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Mass-market beginner learners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6ADE60-6976-4627-BBEF-631C5DE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475C44-4FBB-4392-9B05-7D41FE8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E4F428-747C-4396-87D9-1B34874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9A435A-1058-470B-BB3D-B022E61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BE92D80-DFB3-4466-B646-94FFF5F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E60CA6-FB1A-482D-BC66-8BEAF42F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BB78A1-1E44-4914-9F2C-25874AF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direct_music_learning_apps_snapshot_v3_8.csv, appfigures_request_pack_v3_2.csv and appfigures-performance-export-integrated-v3.csv.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6ED476-9D9D-4A5E-B9D5-7BCBE6C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6357290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87C0A-11C5-4389-98F6-BBDCCD6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3EF20-6B1F-456C-BC5C-1CD1D6E1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E436C-B76B-48AE-9D2F-B28B974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956E1-A82F-4A2D-ADD7-44356602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E0F7-71B7-4C12-ADA6-28413FD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curated for executive reading.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FB6DA-151D-49C3-8EA3-05D8CE08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shows the shape of recent news, while static context stays out of the main timeline.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60342-4F25-4D3F-847C-7903A7F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0092-9A91-4BA6-B55B-25DB07D8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59FAA-F4EC-4B2B-8A62-E46B06DE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A47A6-8F7B-44FF-93B7-68017C0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3CD1D-DF4C-407D-AB05-B1C7FE50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3E133-BDE7-4BB5-8829-6E01925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31C06-1C04-4013-BAD7-63581B0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486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5EDA2-6FEC-43B3-AF51-7E1EDBB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FA2B-7BEE-4F08-9326-84B27D4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9A1BB-F1D6-4417-AC91-91BFCC8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1059B-AC2F-4B69-AAE8-92C77004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714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1CECE-1125-45E0-B765-A902675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13FBF-E412-440D-9488-A560443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0120C-7049-4E62-A705-C5B9107B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3070B-D790-4EB3-8875-49CBFAD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A7E67-12C8-4286-A1F5-66B0FB1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826AD-59EF-45E4-80E8-3023D2B0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C8DC3-9CBA-4AEA-9A81-D3CC020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EF409-2F8A-441C-B8C9-0EC6398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120F9-AE66-4D8C-9B57-FD2F7BD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816E4-FE72-4EBA-ABC4-3883212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4E357-C565-40C1-AD63-F27F1E1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DFB24-C978-4629-AFA9-C401FD00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6215C-A2F9-488D-A57B-B58ECF9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998232-131E-4B4A-BABF-58FA113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C6082-6641-4D1C-A10B-77201DC5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2738DC-9AD5-4662-A6BD-67BCF970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390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91529-7177-4C38-BD3A-55CC5CEB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60F76-048E-4A4F-92D2-9419F550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Investors active in the space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403B87-B747-4C2C-9E3D-E20DD08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59403B-18B0-4FC8-BCF8-B0945EE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390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E4849C-3A84-49D6-B5DF-C6F05171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E247D-53F5-465E-B909-4F80CB21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D797A2-3B78-49FE-9869-D189042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6D4659-5750-423D-A959-7E959A3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news-grade moves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89A86D-8BFD-445D-ABAF-F0FF4E7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127BDE-180E-4663-80CC-69CDB70B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B243BC-2F6A-433B-BBC1-FC39D70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FBDD3F-0AEC-463B-9098-762A1D4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CF72F1-329B-4653-9374-D285D781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ED419A-1BF6-4015-B107-8B40125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0B9B0-52A1-4817-B6D1-9871E067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Grade A/B events carry the main story; Grade C context remains appendix-only.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7E729B-5479-4DA0-997A-DDE9AC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D34AF4-357D-4E9C-90F8-C30B259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AB0599-6CD7-490E-BBF4-B17E36F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877605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9C449-7AEA-45D2-B33B-EF9D9AC7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10E81-1E93-4741-A15C-881CC256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732C-69D1-4585-81CD-A2D32630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17BC9-5D67-4C70-A603-8E12320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E440F-6C0D-4BA1-936D-307FFDD8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EB69A-61DD-4819-840B-FA4EF3A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C37C1-4E25-4F63-B2BE-85ECB68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B4A38-D1CA-4628-AE75-08BB539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F1DEA-F085-496D-B902-55A3C8C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7D64A-CFC7-47CB-882E-48803DC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B067E-4716-49B8-A5DF-29A992D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AE7DA-23A3-4C0B-AA09-E560F02B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3170E-BFD2-4E2F-ADB6-0AB75F9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5C5BE-D6D2-4276-A51A-1529B000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7D552-3C53-4A3D-A117-1176157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A359A-E4A6-4DC2-9052-A1E1BFB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F81DB-4EFA-472A-B4FC-803F282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1B1B0-C06A-4812-80C0-6A2651B0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C119D-715B-4962-9CB0-C4D8049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79D2E-C0F6-4C20-B9E2-457437A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020D0-7163-450E-9681-03BC28E5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F581E-7D23-4869-85EF-847839B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FB0D8-1563-46B4-B84D-9A4F7CE2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66CE1-FE45-4165-929E-F54ED18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DD77B-841D-416D-9FEB-E6033524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0694F-86CF-486A-9BB0-013DF0E7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904B6-0327-4F6B-B30D-72EEB67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1974003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82DFC-C53D-4468-8228-A4C3484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F1EF9-8254-434E-8B77-97107B88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F18ED-90C4-4821-B115-B85E185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CD9CB-9AE0-4033-92CD-E74FE3A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3281C-ED06-4635-B991-78802F3D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A1E78-D8B2-432E-AA8E-9FCA1B5A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2423-B3B4-4F4F-8C3D-F9BBC3C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9FA6D-0CA8-4460-87DD-2EEF3F0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2A646-7C62-4224-AC81-80C24E63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5A8E1-C701-4E5D-80CA-C20C77F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C36A8-2AC4-459E-8977-8B6BC51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8A3A5-311C-4272-AD41-3406521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A6BD6-D488-4419-8C00-5D067714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10270-F029-450A-BEBE-5712F83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D45F5-F742-4557-9AA4-7797A9D8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76CBC-1793-48ED-9F9F-1869954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F80B1-FDB3-4B30-9581-CCCE69DB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065FA-3CB0-49C1-86A5-1B71176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04483-4B6B-421E-9313-D7A8C827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99C03-A410-45A7-9942-3CB729E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730F0-A31E-4443-80CD-30BF86E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633F2-BE0D-4841-ADDA-6E6CA244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B283A-2D2A-4915-9D8E-86C809AC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B8859-1D95-4C49-98F8-40AC3E07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CACAA-72F3-4E78-8F99-C71DC52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EAA06-B296-4346-9C04-D9057E49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8F9FD-16AC-40A8-88BD-1029646E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41F96-1AD6-4DD4-9BD5-645BDB6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4499CD-8215-40BA-894E-7E90DD3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8A148-E9E6-47C2-AA3A-D916CFC7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11D49-7E43-4DAF-AB24-97904AF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78B33-C2F0-4F80-A760-AFFAE9FE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9C4D9-A37C-4C20-A79B-77EDA765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DDC33-78D5-4C0B-A858-5A97F6BE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68D44-EBCE-4C3C-A4B2-E31A60E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4BCEC-E8B9-4A81-8CD7-5DB7E6A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578BA6-E117-49F3-A69C-4C4EBCE2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3E84E-15BA-4A70-A668-F97E64C0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8567317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3C8D6-E560-4149-9685-F1F7B003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2952-8C47-4F0B-8D2F-13D1CB76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56EB2-60D3-4F24-9D46-820DF2FE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58B71-D8D4-4148-BA3C-B565ED6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AD36F-5BC7-41BF-BEC8-78586D9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AEDEC-AB0F-4962-BA35-D1C2E1C2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62625-FBF2-4B8B-8F13-49FEC7C1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7CEB2-A564-4FBB-A99B-DF48C63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239EA-9EF3-440F-ADE1-212D15EF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7C01-97F9-4913-AB56-D089755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CDA7A-B0D7-4A9C-9725-DF6434E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88053-E0FA-42ED-B081-1A9712F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16957-C052-4501-AAC7-3FD35CF6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F098C-1647-4661-B24F-5C5921AC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4C2CF-4BF8-4509-9AEF-F226384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5E81D-4939-49BA-A135-093984E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C18DA-016C-45AF-8D37-0616309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E8470-1E00-4BA7-BF2A-78266BF9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F3C09-12C2-4723-A37B-B4B6866A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DFBFD-2209-4E45-8C12-1886F05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192E7-4F01-4561-AF3E-EBD6F534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CB843-5B55-4EE4-AD1F-1BB9606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C51B1-9254-4C76-9FCA-8A42DC23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BBD39-6052-4FC0-BDF3-BB7D73B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9F492-5773-4714-AF94-8BCCCA10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3257463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CEC1F-C9FF-4CFE-9E79-6D636072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F9AEF-FBA5-4B6C-BF3B-27D91A57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FC6D7-8C2C-4DDF-BB25-B04D5AA1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241DB-4AF8-4F9C-8553-E52CACE5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9C90D-B879-41E9-B75D-0B06BBD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BB2F4-135C-414D-B375-497C965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10822-FDC9-447E-B8BB-17C076E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1CB94-1779-4FB7-88A4-F4DDDA2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C0BC0-55DE-48EC-94CA-09E8C64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E56E3-E54B-49FF-92CC-0EDB5C33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1656C-CDB7-4EF2-A90C-713FE8C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EFD7B-3B02-40B2-9707-2E6F4CE1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75487-71BA-4F12-BD39-F276CE6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06FFA-C22D-454B-A2EB-C9A3AA8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1E560-AEFD-4AE9-AEA3-33A8FE3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508DD-14CA-47D7-A911-04EF9667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C027C-3DEA-4CB2-856A-0CE6D0A4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25CD7-2BA2-4031-AB8D-4BAF6EF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CD486-CB9D-41D7-A7BF-1441181B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5991F-48AE-4E95-96AB-6735EDA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AD7D-AAC5-4256-BF0A-9211DA58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BA23F-ED0F-4394-8FB5-F3E6BBF0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C7AAF-3779-402C-B4E5-BC614A67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AB5E-FC5A-4F56-9155-E8FEEAC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D68EC-2FA0-4BD9-8217-B996DED8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525D7-8667-4041-9D75-40FE44EA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07756-7BF7-4EEA-9773-EBA0D48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0687BC-CC13-4B0B-A12F-FC0F345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91316-4CB7-4E5C-84DA-A5A7E70B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2D340-CD67-4B71-9656-6B3327DC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FCB09-4797-4A8D-AC75-52678A6E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9B944-A43D-48CD-BFF4-5B902377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36CE7-FFF7-43C2-92AF-7427232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3358194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8216E-D23E-45D4-AD3F-1E5F48BE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4E869-5D1B-4250-9F89-5018C178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85685-FB8F-494F-AF26-45506772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A1FFC-B24C-4EE4-AC95-8AC09C1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1938A-66FB-4E51-9D26-07002D6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Three forces define Yousician's strategic environment 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0F99F-19EF-4AD0-B8D0-6724B11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market story is clear; the remaining blockers are explicit completion layers, not hidden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B3B66-A5AA-4535-906D-5C7106C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6327E-9DD8-40E4-97C2-819FFB1E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EADAB-21BE-48BF-955A-19DAC82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598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creation and rights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693D9-1E93-4EEA-9A8A-B5B16FF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Funding, rights and product momentum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1D4C2-4920-4C97-A873-9DFB800F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Suno's June 2026 $400M+ Series D / $5.4B valuation and ongoing rights pressure make AI creation a market-structure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4CCEC-29A9-4B63-B8CF-F3B44E21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472EF-7D99-42BF-9A00-F3AA574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430A5-655E-4EAE-8C97-4ADD6D2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Song and practice ecosystems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984D0-36FB-4D29-809A-134BC79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Practice happens around 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A5D7B-97CA-460B-B490-8E219B47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Ultimate Guitar, Songsterr, MuseScore and Chordify shape what learners practice after discovery.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B5C76-BB91-425A-9800-8E220B08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8765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89F8A-D658-49EF-8FF0-F4C1D265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2876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7836F-B7D3-48DE-9CF8-8E2A906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Creator, hardware and trust funnels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0693B-1579-4E28-AB9A-C24B4E4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Beginner confidence is externally shaped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27F8B-5AB7-40E9-828B-2AE0C264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34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9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79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Creators, teachers, instrument brands and education bodies influence beginner confidence before app choice.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45E69-383E-4B3B-911B-EF7E3BE1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3690E-0B01-4C75-8BCA-561FC09F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Completion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24F02-FA7C-4F86-9FFA-3B023FB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38750"/>
            <a:ext cx="653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0 credentialed Appfigures rows; 108 source-mapped claims eligible for internal discussion; relationships remain internal-completion fields.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72B3E-48F4-409F-B2B1-03DE155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45D0C-5F0F-43D0-9B0C-AE4F22A0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v3.8 executive synthesis, direct learning snapshot, market moves and claim-gate files.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FD7A1-33D8-4312-B8FA-DA1C0DB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v3.8</a:t>
            </a:r>
          </a:p>
        </p:txBody>
      </p:sp>
    </p:spTree>
    <p:extLst>
      <p:ext uri="{BB962C8B-B14F-4D97-AF65-F5344CB8AC3E}">
        <p14:creationId xmlns:p14="http://schemas.microsoft.com/office/powerpoint/2010/main" val="1120043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2026-06-12T13:01:56.6880000Z</dcterms:created>
  <dcterms:modified xsi:type="dcterms:W3CDTF">2026-06-12T13:01:56.6880000Z</dcterms:modified>
</coreProperties>
</file>