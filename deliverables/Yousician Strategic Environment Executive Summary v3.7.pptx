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61b832280747ff" /><Relationship Type="http://schemas.openxmlformats.org/officeDocument/2006/relationships/extended-properties" Target="/docProps/app.xml" Id="R038f15e825884443" /><Relationship Type="http://schemas.openxmlformats.org/officeDocument/2006/relationships/officeDocument" Target="/ppt/presentation.xml" Id="R1fae78778be44f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106c50664426e"/>
  </p:sldMasterIdLst>
  <p:notesMasterIdLst>
    <p:notesMasterId xmlns:r="http://schemas.openxmlformats.org/officeDocument/2006/relationships" r:id="R21eb3a87a8444529"/>
  </p:notesMasterIdLst>
  <p:sldIdLst>
    <p:sldId xmlns:r="http://schemas.openxmlformats.org/officeDocument/2006/relationships" id="256" r:id="Rc31323408a444457"/>
    <p:sldId xmlns:r="http://schemas.openxmlformats.org/officeDocument/2006/relationships" id="257" r:id="Rb8b41b36cb1b4e72"/>
    <p:sldId xmlns:r="http://schemas.openxmlformats.org/officeDocument/2006/relationships" id="258" r:id="R259cae681e8c463b"/>
    <p:sldId xmlns:r="http://schemas.openxmlformats.org/officeDocument/2006/relationships" id="259" r:id="R77aa7fd4140941be"/>
    <p:sldId xmlns:r="http://schemas.openxmlformats.org/officeDocument/2006/relationships" id="260" r:id="R9abee82b9990432e"/>
    <p:sldId xmlns:r="http://schemas.openxmlformats.org/officeDocument/2006/relationships" id="261" r:id="R5403240b8c8842fc"/>
    <p:sldId xmlns:r="http://schemas.openxmlformats.org/officeDocument/2006/relationships" id="262" r:id="Rfdb96319d68c4725"/>
    <p:sldId xmlns:r="http://schemas.openxmlformats.org/officeDocument/2006/relationships" id="263" r:id="R1382c05d1d554ad8"/>
    <p:sldId xmlns:r="http://schemas.openxmlformats.org/officeDocument/2006/relationships" id="264" r:id="R7ba2c4052b1d41ab"/>
    <p:sldId xmlns:r="http://schemas.openxmlformats.org/officeDocument/2006/relationships" id="265" r:id="Rcf6e69748afa47ab"/>
    <p:sldId xmlns:r="http://schemas.openxmlformats.org/officeDocument/2006/relationships" id="266" r:id="R3f6e8c06b7c64e5c"/>
    <p:sldId xmlns:r="http://schemas.openxmlformats.org/officeDocument/2006/relationships" id="267" r:id="R6df6e7d8d6454b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3d62c4f6244a1" /><Relationship Type="http://schemas.openxmlformats.org/officeDocument/2006/relationships/slideMaster" Target="/ppt/slideMasters/slideMaster1.xml" Id="Rb80106c50664426e" /><Relationship Type="http://schemas.openxmlformats.org/officeDocument/2006/relationships/notesMaster" Target="/ppt/notesMasters/notesMaster1.xml" Id="R21eb3a87a8444529" /><Relationship Type="http://schemas.openxmlformats.org/officeDocument/2006/relationships/presProps" Target="/ppt/presProps.xml" Id="Ree45aecc9ed54c4c" /><Relationship Type="http://schemas.openxmlformats.org/officeDocument/2006/relationships/viewProps" Target="/ppt/viewProps.xml" Id="Re5efcbeedace447a" /><Relationship Type="http://schemas.openxmlformats.org/officeDocument/2006/relationships/tableStyles" Target="/ppt/tableStyles.xml" Id="R3e3e694d12014415" /><Relationship Type="http://schemas.openxmlformats.org/officeDocument/2006/relationships/slide" Target="/ppt/slides/slide1.xml" Id="Rc31323408a444457" /><Relationship Type="http://schemas.openxmlformats.org/officeDocument/2006/relationships/slide" Target="/ppt/slides/slide2.xml" Id="Rb8b41b36cb1b4e72" /><Relationship Type="http://schemas.openxmlformats.org/officeDocument/2006/relationships/slide" Target="/ppt/slides/slide3.xml" Id="R259cae681e8c463b" /><Relationship Type="http://schemas.openxmlformats.org/officeDocument/2006/relationships/slide" Target="/ppt/slides/slide4.xml" Id="R77aa7fd4140941be" /><Relationship Type="http://schemas.openxmlformats.org/officeDocument/2006/relationships/slide" Target="/ppt/slides/slide5.xml" Id="R9abee82b9990432e" /><Relationship Type="http://schemas.openxmlformats.org/officeDocument/2006/relationships/slide" Target="/ppt/slides/slide6.xml" Id="R5403240b8c8842fc" /><Relationship Type="http://schemas.openxmlformats.org/officeDocument/2006/relationships/slide" Target="/ppt/slides/slide7.xml" Id="Rfdb96319d68c4725" /><Relationship Type="http://schemas.openxmlformats.org/officeDocument/2006/relationships/slide" Target="/ppt/slides/slide8.xml" Id="R1382c05d1d554ad8" /><Relationship Type="http://schemas.openxmlformats.org/officeDocument/2006/relationships/slide" Target="/ppt/slides/slide9.xml" Id="R7ba2c4052b1d41ab" /><Relationship Type="http://schemas.openxmlformats.org/officeDocument/2006/relationships/slide" Target="/ppt/slides/slide10.xml" Id="Rcf6e69748afa47ab" /><Relationship Type="http://schemas.openxmlformats.org/officeDocument/2006/relationships/slide" Target="/ppt/slides/slide11.xml" Id="R3f6e8c06b7c64e5c" /><Relationship Type="http://schemas.openxmlformats.org/officeDocument/2006/relationships/slide" Target="/ppt/slides/slide12.xml" Id="R6df6e7d8d6454b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04f3750d5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38acad0744f22" /><Relationship Type="http://schemas.openxmlformats.org/officeDocument/2006/relationships/notesMaster" Target="/ppt/notesMasters/notesMaster1.xml" Id="R4de309f448244f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46e7ef0384de1" /><Relationship Type="http://schemas.openxmlformats.org/officeDocument/2006/relationships/notesMaster" Target="/ppt/notesMasters/notesMaster1.xml" Id="R196057d010d7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5535c738b141e9" /><Relationship Type="http://schemas.openxmlformats.org/officeDocument/2006/relationships/notesMaster" Target="/ppt/notesMasters/notesMaster1.xml" Id="R6e033c322df646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a7113da3544bb" /><Relationship Type="http://schemas.openxmlformats.org/officeDocument/2006/relationships/notesMaster" Target="/ppt/notesMasters/notesMaster1.xml" Id="Re9bb0aa0a3ea41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942ee636d4d35" /><Relationship Type="http://schemas.openxmlformats.org/officeDocument/2006/relationships/notesMaster" Target="/ppt/notesMasters/notesMaster1.xml" Id="Rce0423e59f5f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97597ed5f4670" /><Relationship Type="http://schemas.openxmlformats.org/officeDocument/2006/relationships/notesMaster" Target="/ppt/notesMasters/notesMaster1.xml" Id="R565e994ba238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0c16bacbaf4f89" /><Relationship Type="http://schemas.openxmlformats.org/officeDocument/2006/relationships/notesMaster" Target="/ppt/notesMasters/notesMaster1.xml" Id="R2cd4ff9cfb9d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e725a63094ade" /><Relationship Type="http://schemas.openxmlformats.org/officeDocument/2006/relationships/notesMaster" Target="/ppt/notesMasters/notesMaster1.xml" Id="R562aaed2992a49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56761a9c04462" /><Relationship Type="http://schemas.openxmlformats.org/officeDocument/2006/relationships/notesMaster" Target="/ppt/notesMasters/notesMaster1.xml" Id="R99d62d74802848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ed4c67f3694cb0" /><Relationship Type="http://schemas.openxmlformats.org/officeDocument/2006/relationships/notesMaster" Target="/ppt/notesMasters/notesMaster1.xml" Id="R1b731da66f5c41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1c014c9af4a51" /><Relationship Type="http://schemas.openxmlformats.org/officeDocument/2006/relationships/notesMaster" Target="/ppt/notesMasters/notesMaster1.xml" Id="R0e72d3eee49749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9c6be0ef234ec2" /><Relationship Type="http://schemas.openxmlformats.org/officeDocument/2006/relationships/notesMaster" Target="/ppt/notesMasters/notesMaster1.xml" Id="R13c096f71846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3bd703a23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f43fb87f44942" /><Relationship Type="http://schemas.openxmlformats.org/officeDocument/2006/relationships/slideLayout" Target="/ppt/slideLayouts/slideLayout1.xml" Id="Rc5d93fa87e0748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93fa87e0748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2f438bc6147d7" /><Relationship Type="http://schemas.openxmlformats.org/officeDocument/2006/relationships/notesSlide" Target="/ppt/notesSlides/notesSlide1.xml" Id="R1292a9796046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9ed5d7e246fe" /><Relationship Type="http://schemas.openxmlformats.org/officeDocument/2006/relationships/notesSlide" Target="/ppt/notesSlides/notesSlide2.xml" Id="R24efcaacff59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7fb1f31fc404e" /><Relationship Type="http://schemas.openxmlformats.org/officeDocument/2006/relationships/notesSlide" Target="/ppt/notesSlides/notesSlide3.xml" Id="R346524047fc742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738b2bf6c4a4d" /><Relationship Type="http://schemas.openxmlformats.org/officeDocument/2006/relationships/notesSlide" Target="/ppt/notesSlides/notesSlide4.xml" Id="R1f547f3a195c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74be259084836" /><Relationship Type="http://schemas.openxmlformats.org/officeDocument/2006/relationships/notesSlide" Target="/ppt/notesSlides/notesSlide5.xml" Id="R3e8cfa16f60046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680702ec48fb" /><Relationship Type="http://schemas.openxmlformats.org/officeDocument/2006/relationships/notesSlide" Target="/ppt/notesSlides/notesSlide6.xml" Id="R8deecc06032b44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0c942c57c498f" /><Relationship Type="http://schemas.openxmlformats.org/officeDocument/2006/relationships/notesSlide" Target="/ppt/notesSlides/notesSlide7.xml" Id="R8a7a4605674242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87aece78a4878" /><Relationship Type="http://schemas.openxmlformats.org/officeDocument/2006/relationships/notesSlide" Target="/ppt/notesSlides/notesSlide8.xml" Id="Rcf0adaa4658346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11e26529a4d20" /><Relationship Type="http://schemas.openxmlformats.org/officeDocument/2006/relationships/notesSlide" Target="/ppt/notesSlides/notesSlide9.xml" Id="R333544313f0b4f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742c824243af" /><Relationship Type="http://schemas.openxmlformats.org/officeDocument/2006/relationships/notesSlide" Target="/ppt/notesSlides/notesSlide10.xml" Id="R773d951e4a9b43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6564cfc74686" /><Relationship Type="http://schemas.openxmlformats.org/officeDocument/2006/relationships/notesSlide" Target="/ppt/notesSlides/notesSlide11.xml" Id="R52ffa74eae2242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656351ee44cc1" /><Relationship Type="http://schemas.openxmlformats.org/officeDocument/2006/relationships/notesSlide" Target="/ppt/notesSlides/notesSlide12.xml" Id="Rfaa3293fa51241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9EAF32-6C92-4420-BEB2-01D430B1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89F98-579E-458E-9743-73314EBA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556B8-FBE7-4920-A750-5F750279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CD546-F16B-4C4C-9774-87FA5300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D38EF-54F8-45DF-9D2B-C9683F7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5D587-18BA-4D18-B9A0-3A47C660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5B484-E4CD-4D66-89E8-B828EE01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118DA-B26B-4387-AE2C-4655EB5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42608-A0B5-4C25-A433-3E89F3B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674A-475A-4E62-908C-607C8EA6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final performance conclusions.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33BF5-41A7-4A11-87DE-474FAF4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6804-B90E-47E1-B56A-3405930D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59BC-F1FD-4626-A7BB-54A88E2A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39F8-38D7-48BC-88CE-3D4C0B38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7FE5B-195A-4808-A941-AC32200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9517B-808A-49D0-A976-017BEC6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2B31A-5AA2-44ED-BB33-3EDD14B0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DD275-4305-45F9-857B-79F6889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690B3-D275-411B-BD45-2149AB0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4768A-64A5-406E-9791-1063AAF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06D15-0C3D-4A7C-AB4F-E11430A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news-grade market moves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46408-14FC-43A0-8078-A41F7F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70223-17F6-430B-941C-8FD5DE9C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1A063-DC6E-4795-8848-44CA261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C08FC-98BB-4900-8A05-21FD80E4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B8393-DFA9-48D8-A268-3D0D742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72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Open the slides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A7A73-54EC-4165-87FC-3234C1A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AB9BD-9651-4763-AD03-038B035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report and workbook support the story; the slide deck should be the first experience.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43F3F-53A0-4C76-9893-D55BDF8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7B34DB-8FA4-4156-AD53-A40BC08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2026-06-12. Appfigures, relationships and hard claims remain visible gates.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3D1F5-CEDA-4AF3-9712-B9DB9EB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5669796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0513E-F2F2-414E-B2B2-FAA5BAC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FCB6-7FB1-4AEE-8FD4-B8C5B3B7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FF3EF-5219-4D1D-9DC0-45F9F838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F52E0-1B06-4CA3-95CA-3D7FC9F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82915-1421-44CB-A2FA-517FECE4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Answer the brief in three lines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F7D78-5F37-428D-A88E-0ACD4B0E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Everything else should support these answers, not compete with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EE8BE-EB75-483B-880A-6991B62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77573-319F-4BC7-AACB-529602F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644BA-20CB-4813-B1E4-08572FF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D2778-2E2B-4F2F-9A7E-C997547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A5CCE-7297-4B74-9144-892C272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C8E30-FA4B-490F-8BEB-4218B17B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EB34D-C4AD-4B86-923A-8CE5AAD9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AC044-7CC8-45C8-AEDA-2C85157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A8355-5230-4FC9-9F80-B532206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D039D-F31D-483D-B304-F7536D5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A1A1E-C811-4BA6-9BF2-3D621AE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FB60C-1C80-4411-8063-ECAAEF72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7DB6F-25DC-4D88-AC42-8CC61C51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DC14D-A4AC-4A95-A09A-A7697E5A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33677-1C48-4A4E-ABB1-A0BE15E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E0038-9BF6-44B7-9CC6-3DB8454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599C5-2B07-40D8-96F1-C7D0A148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7EE76-DC81-409F-9761-CCF041AB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7D22D-ED09-4DC6-B2AE-5EC59F9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 slide after this should either answer one of these questions, prove the answer, or mark a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66E73-86FB-4EA4-A11C-A83EAFF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DD9AE-EFEE-4D3D-91CD-50CEF14B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20CE5-224F-4B83-9067-3D2B1C35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1097879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A270B-3C2C-4F05-8343-002FC35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D3372-E358-4C4D-ACC5-6DE94CA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D5CE7-B0AA-4D7F-968E-2D5AB4E4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27D24-3B90-4031-A521-D6983F18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B3CE7-E7A8-49D1-B6D7-8DDE9C3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04490-210B-4D77-BD8A-86022E8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02E2-201B-4E18-9078-1E0D3795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BCA34-02DA-4DF3-A723-50B6779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59DA6-276A-46FA-8A2D-F0A84FCC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414E0-8A2F-4925-83AD-E585C0FC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1054-E7F5-442D-8B64-FD5D7C27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EFF81-387F-47AE-B5E6-FBB02F72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8E60F-5853-49B1-8CEA-3BD22404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F731F-AB2F-4860-A231-FE8463AC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8B489-6EDA-45DB-9EC0-A11390B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311A9-156C-4A43-B36D-94666D37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25E6E-D616-4411-B8B8-CF800B1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F90C9-A9ED-40E8-8BC7-44110A0D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4F688-A8D3-4A44-8A71-3C29DF2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B6F24-9D00-4ABD-8506-E747374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0C9B1-4F29-4F79-82F3-8F821C6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8F2EB-8DD5-4056-B458-6F74158D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82117-0307-4CE4-BD85-31361B7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326A3-4A11-431C-8F78-0FA4B214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A0F99-F326-41A0-943E-64A80C5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7BB8B-08C2-4617-8DE0-BEE1B2A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B4AE1-1EC6-4D79-8BBB-950043D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221C5-5266-4BAF-A045-9AFD7769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ACBFF-EC40-4D23-8722-C4CEB5DE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DFC51-7437-4DB8-BA9C-51C8DA6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99787-24D1-4BE0-9746-ED98AE3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0D261-8053-4902-918D-1499A60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7D48E-97D4-4916-980E-0751918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D4DCCF-1183-42A5-88B3-E410AFC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E96233-3F41-4631-8661-BC0B439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F41541-5515-4969-AB23-DB3FA68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AA86D-A8E5-4707-88D2-37140892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C9EE5F-F001-4A89-B201-814AE473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433A1E-D0A1-4CDF-97C0-47627A1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0317A2-6B42-4228-ADBC-0DD7913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CF9959-B7DD-4BB3-AD1F-3CBD73C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0B371D-C259-4D87-B754-43F0E9F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17D716-60E7-4DE9-A865-1BAE664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9754464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8D1CA-0C02-4BFE-9F6F-7CD52C3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75D60-0E97-4588-B279-EE86CFA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94B4-83EB-4976-8C9C-B3DFDFDA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F81AA-43F1-4913-9613-B727DB1C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F086A-6468-452F-9373-0636C6B5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70EA2-EE17-49D0-8B87-DDEB9DD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408E9-A3C7-49C1-82B3-5EDDCF48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5D3B6-22AB-4CDD-A5EA-50D9747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F792F-392C-4F2E-BDD7-66D3E0D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88616-61DE-4EA4-8348-BEF53DD6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5FFE9-D3C9-4E50-B42B-652ECA02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3B7C4-E7EB-4DF5-96FE-88084626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B329C-4174-450A-8B44-77832273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BA971-AA58-4B1D-8E98-5F06CAE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F2BE0-54AF-4697-AB9E-FAF09924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81BD7-3587-4BA9-AFEB-C55B8CA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74807-C392-4327-AF9D-ECD2D24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A97C1-ECA5-4CED-AEEA-F21C512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C0A97-9F69-4C38-B686-3F880D9C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FB5B3-0F34-41EA-972D-F270CC7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8A94C-3F76-4A03-B816-A0767D7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F1E65-B424-497A-8795-47CC88F7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DDB47-47FF-445B-929E-CF296964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1C341-EB8B-4D49-836C-2267D60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D3E7B-4671-4D9B-83D1-1ACD43ED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A3E70-4F71-4EAF-BC43-25744A45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32A55-2000-43EC-AC73-9C939EF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49A3C-33AB-4D7F-809E-78A90CD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25771-AEA9-452F-A1AB-4E40E673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F9A73-811F-476B-8813-5D38F3FC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584D4-6240-4A29-8325-D2686997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EC0DA-3AAE-40F8-AC4A-B547436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4A9C5-B90F-43D1-BE48-423F8FF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69C10C-BD32-4493-A900-0AF7445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EB110-4C2D-45C2-A7FC-1E44EE2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7EB5B-D1AD-47D2-80B1-D2DC5B5C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3DEFA8-F748-4987-ADB7-01CFE3E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5AB4C-0AC2-494B-B81E-5C0F88B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5BACC-0C0C-43C7-AE82-587825B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D57E0D-6CAC-46E0-BCCC-F369A1D2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3BCB05-BE36-47AE-873F-CF0F96C8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B8B4B-F6BC-48C2-B791-2E9C03C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C1F6A8-D82D-467B-857D-EC3F971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58CA1F-1B87-4AB7-A563-C79C69A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FC18FC-56C0-4FD3-88B1-CFE4ED3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49B4ED-9B9F-4EBC-85FD-1365C6F6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13818E-E29F-4B45-B401-65B7464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1D2E38-3AD9-431D-879F-51D5302A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8B1E49-DFB2-4ED8-A2CF-CB7FBCDE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774C4B-41C9-4CB2-9975-9F21B3A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5EC808-8F66-4025-96D0-DAD0E89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B6F458-886B-4013-BBFD-FAC131F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F0C024-D99C-4089-B5F6-BA977C71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766776-0D52-4A02-A0B7-8C6B4274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CA6B56-6B3D-4E92-855F-A69F830D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72E6D1-764B-4191-B596-D731A9C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8C41B0-43BD-4929-9DB3-D4747097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33F8A0-F1D7-45D2-BDC3-CE279F5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0FDF15-151E-458B-9E66-4B39FD6E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creation; June 2026 $400M+ Series D / $5.4B valuation strengthened the signal.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8B6A3A-8428-4088-A2B3-DD20E3E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9916C4-D046-4B3A-8347-5646686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24E7A6-6DB3-45F0-844C-14DB5C29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4325AC-64BF-4B34-8806-03FB9D1B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31B1FA-4282-49FD-B46E-0FDA5E6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5309718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ECE39-6C8A-40E9-A548-A0639F2D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54ABE-EB29-48CD-844A-BBB96DD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817DB-FF86-4AD4-93EC-72B2118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004FE-3A32-4D1B-810F-D62E7A08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8DDE0-5C0D-40E3-8071-63A3B60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82AB9-123E-4FE8-A766-37B0516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72A1B-E7C8-4F07-A4A5-16D8D8A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A8F39-845F-484F-A04C-F058868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3FB1F-3821-46CB-9C85-07FDBFC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9B3EF-BE03-4808-A633-2BF6657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2CC3D-9251-4888-A8FC-29068C69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EC33A-7AED-45A4-9921-E424707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2B898-58D6-4397-88F1-6AF21492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76EC-C5CA-4E81-842A-47B98955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BDD9E-6541-487D-9E05-5EF1E6A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77945-E53D-4AD1-A007-333B1C6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AE46-5514-4D78-8D09-85F56C2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96780-1AAA-4B2D-9CFC-2031DE54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48EBB-653E-4757-9FDD-BCB52B27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6F308-6942-4A3F-B880-591D223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778C3-6987-45D7-9184-63FBC6E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CD4F5-C552-407F-B485-6070BCF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8FF4F-1DA5-4B01-A7A8-0EC5099B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11606-2D0D-4C7B-9123-50AA665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327CC-5CBC-414F-9763-D6EFE19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D1557-E9FB-4E51-8BBB-F210B6B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37DC5-F3B9-4413-B4CC-4E361A2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738F0-A3B5-4883-95C2-B600834B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B2A80-907C-492D-818B-988CA7B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B2B35-4FCD-4F60-A1DD-A19CF111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7C2F0-000F-449D-9258-FA2CCFB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54DF4-F854-4031-90A4-EA8037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2648C6-8D76-4BDC-A702-9147FF0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C53FC1-A479-4F28-9384-E8B481A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C184F0-6783-413C-BDAB-38EB7A0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7BF723-E4B6-461B-A86F-59CEDEB0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8292A-9B5C-40D3-B377-BB8FAF79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E98379-1771-45B4-A0A1-FDF4663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C051B-9BB8-4ADF-AD0A-C72AF067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0FD49B-289E-4C3C-8D0A-2046FB5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79235B-5878-4CFE-AC5A-FD515738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16343A-A76B-4AF9-9F6A-C9BDEE1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666B45-A1AB-448A-9045-0247707E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21458789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68904-72D2-4045-85EA-C3279EFC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7B81B-632D-47A9-A00C-678BFA0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C6B6C-FFDA-413C-8E60-A8A9D3B4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BD2AC-2870-499C-A7BA-7B14A3AB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F9596-6C2C-4789-9465-CC7573A0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 performance conclusions remain gated until Appfigures is imported.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71C5B-E27B-4995-ADAB-C03F8AE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direct learning-app field is mapped, but revenue, downloads, rank trends and country mix are not final without credentialed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D6744-DB56-4D8A-A333-4321444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08C30-445F-432A-9E6D-7BD2644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9650C-7DCD-45A6-9823-A54BD7A4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F647-78AF-454A-B356-F9ED2961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9A042-C9CD-46EF-8354-FADAA383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5E5E9-1E9C-4D9C-92BA-1B56A708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47369-1616-49AC-8B79-6B4D59F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6619F-BED5-4C9A-8D1B-452609E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D55EA-ED6E-4885-846E-916695E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5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/ casual learners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3AE6B-89DD-41C5-9A0C-45B4724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3BCCD-D6B8-4F5E-92CF-9E1AD9B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026B2-D367-41FA-A858-BF422D4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E4F85-769A-4820-AEB5-ED8A52EE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CC324-4261-4BA4-8868-73B0F49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87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piano learners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D369B-AFF2-4537-AA23-8245186A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B902F-FB17-434E-B82E-55984B6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B218A-0A9D-4EAC-8594-456E7BA1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931C9-B33F-4C9B-8C1A-6F32E2A1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D3679-1ED2-4B31-9519-42D3AC6A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87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piano learners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FBBF5-138B-4A4F-A84B-78B435E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2DE35-2E49-4B6D-A493-0EBAEB8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FF2CB-6B9C-442B-9F00-37BF3D9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BD2B9-2344-4F9B-98E7-0D9E882A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024DD-64F7-41A2-8FA3-E02737B9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guitar and bass learn...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BAFF8-ACA7-434F-B8ED-313EA00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4CE92-AD34-4F07-A26D-05B94B96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10E51-B64A-4104-85A5-B3BC6083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06672-E5D6-4A69-992B-7E115C7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2D106-46FA-4ACB-BA5A-5EBF44C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guitar learners and G...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AA68B2-BFEC-4D50-B7F6-C0361C21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5982C-170C-4819-AAE7-0856DF2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96B865-D094-48BB-98BF-CF24184F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B7C8B8-7F68-4EBA-B542-EA900951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Guitar Tricks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CCA997-03AA-4690-8152-8427D94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Guitar learners seeking struct...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A554C2-4A42-4E09-A99C-8F53E2D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050303-FC2A-46F0-8112-A0FBEEAD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D9F537-40E0-4222-8C46-CE9DF5E8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7D548C-7E83-4DD3-9D9C-4A110BAF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Pickup Music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9C33E3-6BF4-40EA-9DA8-EF21048D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40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Intermediate and style-specifi...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E85D62-B934-4877-BCAD-DE6C8EF6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BA11D6-18CA-4A30-A4D9-421BECE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A17434-D784-4388-ABF1-0DFEC5D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DE8BB5-E45D-42A2-B409-40BD4910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Rocksmith+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18A941-5ACF-4845-81FE-B2C37B8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68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Practice-oriented guitar/piano...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913333-81EC-4327-AF1F-843DD74D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352519-7045-4CD2-A329-18DFEED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9ED5D2-EBF6-4FF8-8D9F-E9866FF8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C2F722-08E6-4214-B38A-D6330A6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Musora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429556-90E5-46EF-A860-0F735DC0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80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Multi-instrument learners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304645-52AF-40E1-AF82-35A824D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6FBBD0-AE73-4A45-AE7A-3720B556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11C851-4A9E-4290-8592-ACF07772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37A1A-8282-4FDF-84AC-21EBBD32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Fretello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51EA25-3A6F-47B2-A8E2-F775177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83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and returning guitar...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CE4C26-689E-4A6A-B75B-B3B0A441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E5B735-7658-4038-9E84-DD179196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471F6A-F405-4045-BCD0-3C96A249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10F362-F19B-4D1A-A5A4-8E386576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Duolingo Music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53330B-A58B-4886-9A8A-13EA913C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978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Mass-market beginner learners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7FA2A1-139E-4968-918A-7C5BF99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062D37-7B18-43FB-801F-993C81E6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E5B595-3BB3-43BF-ABCA-354641B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634CAE-537C-4D4E-9797-ED7C3FBA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DF4126-6446-4B48-B4B7-BE1C0916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3600BB-7B95-4F3D-891B-D79F174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B411DB-5271-4889-82AA-9BC950B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direct_music_learning_apps_snapshot_v3_7.csv, appfigures_request_pack_v3_2.csv and appfigures-performance-export-integrated-v3.csv.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499D2B-E232-4419-B3C0-50747265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17679449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8052C-C4C1-47A1-AD55-8858D87A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901E9-DED2-4BAC-B2B4-135623EB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85BF9-6A6A-49D5-B1E0-C1062D5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5DDF-6A39-44AA-94E2-4FB386B4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256D0-6743-49D5-A5E5-A86FD8D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curated for board reading.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0053B-73BC-4DE6-A9D8-97E8C50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shows the shape of recent news, while static context stays out of the board timeline.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5333F-7E7D-4D33-B557-324007F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1692E-7781-4F59-AE6C-2A47989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B1985-1804-4F26-9644-5BFEE632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8AD08-C12C-4772-8BA7-8A3AD8E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E8D55-1162-4D35-B4BB-C351AF7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6B1AE-3B9B-4037-918C-BB7EB8F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1B6D8-F122-4748-AA56-36B095FE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486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08818-29E0-4004-9196-C19945D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D093A-E0F0-4D94-BE2D-3B1ACB0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E6304-8C1B-4056-BD54-1676684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3D973-8571-4136-8B90-6D9D310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714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0EE90-F167-4C96-B0D0-08064FB6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92460-54D4-40FE-A6E9-131A951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9CEF0-4E82-42A7-9607-5630AE4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9A714-EEA3-4618-BF5C-D02DCDC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AE1C5-443C-4B63-9821-08D8240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F96A2-20B7-4CF6-941C-838FAB9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BB6BF-6270-46AD-8304-EA72435B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B9BD0-6DC9-4F5B-8E96-2DD2B54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975C6-2084-4929-984A-70C97BA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14D44-4307-4B5C-BC5B-AD56D43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0C810-09E2-4579-BD9F-7F6416B5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C161AD-D7B5-4687-9E53-2D32475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95BC4-126A-4206-BDD9-1352B51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38081-CCE8-4430-9F7C-A576E0B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1B477-56EC-4B77-9942-1EF1045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2675EF-7AD1-4DA4-9075-13010EC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390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7FB32-F0E4-487F-A8D3-B35DAE9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FFD849-1DCD-4441-BC5E-C9E6245E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Investors active in the space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3B9A4A-6A94-4DFF-B334-334C963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EE4D5D-3431-4A5E-B405-17EE21D7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390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748A9-89E0-44EB-8F87-2D4FB7AC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1CD7BD-EEB5-4681-AF03-9491A59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8D65B7-2632-41CC-A793-24CFBD6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C1153-5A85-49AD-AB1F-D777394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news-grade moves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CB99D0-6EEA-4A0A-BB74-9D0B3B1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ED1002-8F39-4C14-843D-82EA153C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C9B3E5-6376-4F96-88A7-396095F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A2CCFE-1FB8-4955-8ADB-4898351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004ED0-7E55-45C7-A060-76D912B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7B21C-21B8-49FA-BDA0-F9B7DC6F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CB6B3E-2BA3-4F1F-8352-98DF1622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Grade A/B events carry the main story; Grade C context remains appendix-only.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B31805-50FE-4D1F-981C-C3361B6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989FE4-4876-404A-89C6-CB10526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A2C551-DB1D-4F82-A8ED-09B9D7A2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5163504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40EA1-2742-4D59-8F2A-C3CA6395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DE93-7022-4B73-99AA-F6259449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6FE79-1B35-46B0-B39D-100E713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78D77-BB70-4654-A4D2-64A8B17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42A0-AE63-471E-9A9A-040C849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A9ED1-B3DA-422D-B65C-C8933F2D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2AA4F-DAF4-4EB2-AB8F-A13A7712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0BFDA-ED7F-4AF6-B2A5-A1AA136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70B34-989E-4CE2-A7D9-8E4E5D9D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099AF-28C5-4A95-BDDD-830B609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185CE-B885-4659-8848-CE735FA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94396-FF1F-4921-99D5-4815C29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135A1-1DCC-45CD-B773-672477A9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B4973-E63C-4143-A6CC-3078F13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DCF94-9369-45BD-8CB1-FBC657B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3808E-32CC-4709-95C9-DE0D1A6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1C653-9609-4F90-813A-7E9F3F0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5DDB6-49B2-438C-AC25-C79889E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3FAEC-30BC-4944-A327-655550A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3AAD2-0C72-47FC-BE68-B83FED5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F853C-8B1D-4D0B-AC66-C2CDE321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C098F-1273-4006-A579-13A58F7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4DC62-7846-4FB1-BEAE-32BB4DD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AFBA3-E111-44CD-B13F-472DF130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B1220-28D5-48C3-B428-6853EA26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8A9E4-80A9-4705-AEFD-F0E5F66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10381-2658-4CD2-8380-D891110D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719431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84EC6-658E-426A-A682-3FE7C2D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AB2F9-905F-4731-A180-3CA51906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435E9-BDDE-4B46-B4E4-55015A8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D1630-02A3-4917-A9FF-498A9FD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A3042-42D9-4B25-9E74-00C94FF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898FB-747D-4FC9-81EE-4AA31FD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84EB6-1E8C-45AB-B8B7-C91174A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F3E9D-6CE9-4C29-893C-D112BC58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8D810-09C0-42A1-8B1A-FBB11137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B1A27-49B7-4F56-8934-8A4812EC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FEBE-162A-4FB3-A3D9-832B013A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2A5F1-ED68-4E0A-910C-FD7CCC1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B9241-D305-44D8-86B6-EC6DE89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CFE34-3B1D-4CCE-8C8C-7C1E621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4FDBF-1AD8-42EE-BEA6-7DA3A17F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9CA1D-FDCB-46E6-A6C7-9330F4F0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C14A1-6254-4653-92AC-EF8C90B7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1581C-CE8C-4EE9-8CEE-B043944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2E6B2-081C-41F6-8C62-D1C7EACB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1B102-41A0-4A91-B9D3-799A7F6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3E061-2E75-4F12-8076-50A4DB8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1BD7E-3473-4399-A683-2948CFD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C3BA2-628F-48CE-99AB-F5C6224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E93BB-F46F-42C6-AF5A-09AF8CF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7AC45-FBD3-47FE-A058-B3F7E15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2A69F-0EBA-4C99-B5D3-B948DCC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769E8-79C4-459D-90FD-4AD4E5A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192FE-A83F-423F-A1E3-5F402116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19A1F-5DBD-45AA-BCF7-0E731F8B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5C21F-AECB-4D60-8548-B2CF2A39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855A6-D7B5-4F25-A403-D95253D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448B27-581F-4FCA-A2C2-3E923CA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8D11D-47CB-487C-A33F-D851D39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30634-F96C-4ECB-8BC5-9131DACE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81120-ED31-49E1-BE34-CEE18B1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0B1380-1372-468B-9F71-F95B6A9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BD5E8A-9794-412D-B58F-1CE9A53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D3834F-2FFC-4A4C-8CF2-2F40620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6186811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EF254-1C77-44EC-B49F-FCF952B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8AF08-13BF-469D-B62B-4A281113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79C52-FAD8-4153-8A8F-B70EFC5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E793C-2FEF-4866-9A6C-72DFEBB6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B29C6-46BD-4F8D-9486-691F3734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A3560-A7AD-4AAB-B7D4-62B6D017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75397-D95C-4E9A-9030-3983578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ED6F8-312B-4BD9-A2C5-87D9376B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2B430-6C23-4BBD-90D0-777984D3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AAA80-786D-4295-8FA5-45EF855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4C780-4518-4CAC-AD5F-FB7B747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956B0-3323-4327-A78A-CFDF3011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05A2-2E40-46C0-AE11-26645EFA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968D6-AD00-4730-81EB-A0746D7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6F522-FBA5-49DD-A30D-2D88B441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6D523-2145-4514-9E60-81E3BD5C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4902E-1BD0-45E5-850A-278644E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4D4F2-3090-4B37-9CB9-8CDC1DBF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45111-45D5-43E8-A977-A69B4B43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6DAF9-7A6B-4C08-9743-5FFEC11D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17EEC-C8C7-4182-B857-0E974AF2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2866E-1D57-4BC0-9ECA-C1A3C832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50BA6-36F4-47C6-9638-E4B1CBE1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A24B9-365E-4DFF-A0AC-2922FBB2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469E6-3468-422C-B9D0-A2A7239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13808920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6D12A-E09A-4E2A-8031-6634ABF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A718E-EB2B-48CC-9C6E-F0682C2F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6FF10-C071-4AFF-8B15-0E1CEFC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4F4B9-F976-4C0D-B6A3-B82C91F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4AEC0-8A4B-4610-9D5F-314E6F3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0E5BB-6D59-454D-A5B7-F7B729E3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CCC66-9F6C-414F-922B-6609D98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0ED2-168A-4522-8936-6A4912AC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E3DBC-3D68-4A3C-8766-AE76BC9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7BCE7-EE9A-4DB6-A5D5-8DB9E6C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085DE-EB6F-4506-97B8-6D50D40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0B76D-6E29-4A2B-8573-D247925C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E560E-0C69-4012-A43A-1C47E84D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F4CBA-BA2D-42E8-B320-E18AD7B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A6A07-8963-496E-9E13-918EC838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9D984-E900-438C-8E18-82EF796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EFDBF-81D1-47CD-8810-4533FEA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4E67-0057-404B-A95D-387DB00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27FDA-8EA4-48B8-A043-8A314037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FD286-43B1-495D-B283-1F8D4112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2D50B-DB29-4CE1-BF2E-F93D0C4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68C98-51CE-49BD-8E56-7D1F9848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438B4-6DA1-4CEF-A211-02B729F1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36F7A-6858-4A4D-8B9A-56CA4C48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B3EE6-5A1D-4EB5-AE91-6680A330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6E289-E0AF-4A50-B31A-36A7B74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E5F13-5B6A-4E47-B477-CBF5FEF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79917-3AC9-4660-A1DD-E1D993B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F3C3E-B9FC-4FBE-96F9-1D272C5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B6BDF-C24A-4578-87C4-EFF5973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AC70C-50E5-425D-AECA-8B8E0C34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6D060-C5B0-47DD-9EFA-A1854FD1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507E79-4099-4A4C-A28B-C5AD335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10914750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DBB05-1967-40E7-B412-3C1523D9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7A6E2-CAF0-4270-B3C1-9912BD3C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5762-8730-4E4C-8BE5-7F6E67C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EDC33-9E4C-43B4-9747-8E2E88DB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410C-5A1A-4BC4-9F58-8D8DE640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Three forces define Yousician's strategic environment 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49ECB-622A-4DB8-97A2-353DAA88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market story is clear; the remaining blockers are explicit completion layers, not hidden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C24BA-CB3F-497F-A55F-7535954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91688-4DA1-4E3E-B185-9408BB9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F9C0-B103-4240-836F-ACA87D87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598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creation and rights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5D50F-7131-4004-BEE8-1013199C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Funding, rights and product momentum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E51A7-4EDD-4EA9-8D48-64F0F71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Suno's June 2026 $400M+ Series D / $5.4B valuation and ongoing rights pressure make AI creation a market-structure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F86C2-3F1D-4B95-80E5-92DF993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C6FE1-BC17-463A-8908-0C48D6A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3B71D-9C9B-4DD3-9F3B-53B6702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Song and practice ecosystems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2219D-04C2-4F82-B1D3-62AC87E8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Practice happens around 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13B36-FC33-4159-A356-0BD88D0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Ultimate Guitar, Songsterr, MuseScore and Chordify shape what learners practice after discovery.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D2FA9-3F01-443C-AD39-FCA13099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99C66-FFDB-4D0E-BC6E-77D56C3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22D63-7B07-42F0-9104-F965D09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Creator, hardware and trust funnels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1EE68-2550-4F39-BE43-3F51CA6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Beginner confidence is externally shaped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C6DC7-FF8B-4E08-A034-73935C4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Creators, teachers, instrument brands and education bodies influence beginner confidence before app choice.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01DD4-D879-44B8-BF8E-B41975E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BE1BC-1DEE-4286-BCC4-173EB691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Completion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D1A22-6E26-4B2F-8E7B-8C60682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38750"/>
            <a:ext cx="653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0 credentialed Appfigures rows; 108 source-mapped claims eligible for internal discussion; relationships remain internal-completion fields.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E1E5A-EF74-40DE-88A6-47B0B1CB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8A2EF-C92F-491B-B9B3-16100730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v3.7 executive synthesis, direct learning snapshot, market moves and claim-gate files.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43055-B484-41C5-A511-D7A4255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v3.7</a:t>
            </a:r>
          </a:p>
        </p:txBody>
      </p:sp>
    </p:spTree>
    <p:extLst>
      <p:ext uri="{BB962C8B-B14F-4D97-AF65-F5344CB8AC3E}">
        <p14:creationId xmlns:p14="http://schemas.microsoft.com/office/powerpoint/2010/main" val="2014840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2026-06-12T07:29:09.8940000Z</dcterms:created>
  <dcterms:modified xsi:type="dcterms:W3CDTF">2026-06-12T07:29:09.8940000Z</dcterms:modified>
</coreProperties>
</file>