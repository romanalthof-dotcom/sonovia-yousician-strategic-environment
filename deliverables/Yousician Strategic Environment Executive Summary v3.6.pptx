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4d8d9c67741ae" /><Relationship Type="http://schemas.openxmlformats.org/officeDocument/2006/relationships/extended-properties" Target="/docProps/app.xml" Id="R51e8291273384b5e" /><Relationship Type="http://schemas.openxmlformats.org/officeDocument/2006/relationships/officeDocument" Target="/ppt/presentation.xml" Id="R156355dd6081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b8b98004d4353"/>
  </p:sldMasterIdLst>
  <p:notesMasterIdLst>
    <p:notesMasterId xmlns:r="http://schemas.openxmlformats.org/officeDocument/2006/relationships" r:id="R9a8dd7a1f31448ad"/>
  </p:notesMasterIdLst>
  <p:sldIdLst>
    <p:sldId xmlns:r="http://schemas.openxmlformats.org/officeDocument/2006/relationships" id="256" r:id="R8fe5abeac28f4bd3"/>
    <p:sldId xmlns:r="http://schemas.openxmlformats.org/officeDocument/2006/relationships" id="257" r:id="Re40d0cdc1b314367"/>
    <p:sldId xmlns:r="http://schemas.openxmlformats.org/officeDocument/2006/relationships" id="258" r:id="R5f8491b9c65c4a55"/>
    <p:sldId xmlns:r="http://schemas.openxmlformats.org/officeDocument/2006/relationships" id="259" r:id="R2ca9bd0df3f74794"/>
    <p:sldId xmlns:r="http://schemas.openxmlformats.org/officeDocument/2006/relationships" id="260" r:id="R1510b37c44764faf"/>
    <p:sldId xmlns:r="http://schemas.openxmlformats.org/officeDocument/2006/relationships" id="261" r:id="R4c1f54e4b9be4cba"/>
    <p:sldId xmlns:r="http://schemas.openxmlformats.org/officeDocument/2006/relationships" id="262" r:id="Raa49f141d9dc46ce"/>
    <p:sldId xmlns:r="http://schemas.openxmlformats.org/officeDocument/2006/relationships" id="263" r:id="R61987b00f9834f5d"/>
    <p:sldId xmlns:r="http://schemas.openxmlformats.org/officeDocument/2006/relationships" id="264" r:id="R0cb72b48a7e54473"/>
    <p:sldId xmlns:r="http://schemas.openxmlformats.org/officeDocument/2006/relationships" id="265" r:id="R295b59f5a6b0411d"/>
    <p:sldId xmlns:r="http://schemas.openxmlformats.org/officeDocument/2006/relationships" id="266" r:id="R2979c8e0fc0b4b2b"/>
    <p:sldId xmlns:r="http://schemas.openxmlformats.org/officeDocument/2006/relationships" id="267" r:id="R1f3d952c16014345"/>
    <p:sldId xmlns:r="http://schemas.openxmlformats.org/officeDocument/2006/relationships" id="268" r:id="R5f9c51253fdc45e7"/>
    <p:sldId xmlns:r="http://schemas.openxmlformats.org/officeDocument/2006/relationships" id="269" r:id="R34f60837005346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89b3b32104f72" /><Relationship Type="http://schemas.openxmlformats.org/officeDocument/2006/relationships/slideMaster" Target="/ppt/slideMasters/slideMaster1.xml" Id="R775b8b98004d4353" /><Relationship Type="http://schemas.openxmlformats.org/officeDocument/2006/relationships/notesMaster" Target="/ppt/notesMasters/notesMaster1.xml" Id="R9a8dd7a1f31448ad" /><Relationship Type="http://schemas.openxmlformats.org/officeDocument/2006/relationships/presProps" Target="/ppt/presProps.xml" Id="R9c630222a1f949d8" /><Relationship Type="http://schemas.openxmlformats.org/officeDocument/2006/relationships/viewProps" Target="/ppt/viewProps.xml" Id="R1f3eb9bf7e5e414e" /><Relationship Type="http://schemas.openxmlformats.org/officeDocument/2006/relationships/tableStyles" Target="/ppt/tableStyles.xml" Id="R0cc385c11fed41e3" /><Relationship Type="http://schemas.openxmlformats.org/officeDocument/2006/relationships/slide" Target="/ppt/slides/slide1.xml" Id="R8fe5abeac28f4bd3" /><Relationship Type="http://schemas.openxmlformats.org/officeDocument/2006/relationships/slide" Target="/ppt/slides/slide2.xml" Id="Re40d0cdc1b314367" /><Relationship Type="http://schemas.openxmlformats.org/officeDocument/2006/relationships/slide" Target="/ppt/slides/slide3.xml" Id="R5f8491b9c65c4a55" /><Relationship Type="http://schemas.openxmlformats.org/officeDocument/2006/relationships/slide" Target="/ppt/slides/slide4.xml" Id="R2ca9bd0df3f74794" /><Relationship Type="http://schemas.openxmlformats.org/officeDocument/2006/relationships/slide" Target="/ppt/slides/slide5.xml" Id="R1510b37c44764faf" /><Relationship Type="http://schemas.openxmlformats.org/officeDocument/2006/relationships/slide" Target="/ppt/slides/slide6.xml" Id="R4c1f54e4b9be4cba" /><Relationship Type="http://schemas.openxmlformats.org/officeDocument/2006/relationships/slide" Target="/ppt/slides/slide7.xml" Id="Raa49f141d9dc46ce" /><Relationship Type="http://schemas.openxmlformats.org/officeDocument/2006/relationships/slide" Target="/ppt/slides/slide8.xml" Id="R61987b00f9834f5d" /><Relationship Type="http://schemas.openxmlformats.org/officeDocument/2006/relationships/slide" Target="/ppt/slides/slide9.xml" Id="R0cb72b48a7e54473" /><Relationship Type="http://schemas.openxmlformats.org/officeDocument/2006/relationships/slide" Target="/ppt/slides/slide10.xml" Id="R295b59f5a6b0411d" /><Relationship Type="http://schemas.openxmlformats.org/officeDocument/2006/relationships/slide" Target="/ppt/slides/slide11.xml" Id="R2979c8e0fc0b4b2b" /><Relationship Type="http://schemas.openxmlformats.org/officeDocument/2006/relationships/slide" Target="/ppt/slides/slide12.xml" Id="R1f3d952c16014345" /><Relationship Type="http://schemas.openxmlformats.org/officeDocument/2006/relationships/slide" Target="/ppt/slides/slide13.xml" Id="R5f9c51253fdc45e7" /><Relationship Type="http://schemas.openxmlformats.org/officeDocument/2006/relationships/slide" Target="/ppt/slides/slide14.xml" Id="R34f608370053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535c3ef663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42386938a0404f" /><Relationship Type="http://schemas.openxmlformats.org/officeDocument/2006/relationships/notesMaster" Target="/ppt/notesMasters/notesMaster1.xml" Id="Rb7d39e12f92145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0b5c2586947da" /><Relationship Type="http://schemas.openxmlformats.org/officeDocument/2006/relationships/notesMaster" Target="/ppt/notesMasters/notesMaster1.xml" Id="R72a659a4fd6847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31b8f479c49ec" /><Relationship Type="http://schemas.openxmlformats.org/officeDocument/2006/relationships/notesMaster" Target="/ppt/notesMasters/notesMaster1.xml" Id="Ra12323d6955a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9f43eda0dd4f03" /><Relationship Type="http://schemas.openxmlformats.org/officeDocument/2006/relationships/notesMaster" Target="/ppt/notesMasters/notesMaster1.xml" Id="R6c00b68f446c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3ee2df50c44657" /><Relationship Type="http://schemas.openxmlformats.org/officeDocument/2006/relationships/notesMaster" Target="/ppt/notesMasters/notesMaster1.xml" Id="R285a7387c4c0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d5a371784c4ebb" /><Relationship Type="http://schemas.openxmlformats.org/officeDocument/2006/relationships/notesMaster" Target="/ppt/notesMasters/notesMaster1.xml" Id="Rf9ae1681f02140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acd3446044e0d" /><Relationship Type="http://schemas.openxmlformats.org/officeDocument/2006/relationships/notesMaster" Target="/ppt/notesMasters/notesMaster1.xml" Id="Rfe9ed4cab71449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dc0a472af4638" /><Relationship Type="http://schemas.openxmlformats.org/officeDocument/2006/relationships/notesMaster" Target="/ppt/notesMasters/notesMaster1.xml" Id="R6c2166c554e343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67ab1de7949b9" /><Relationship Type="http://schemas.openxmlformats.org/officeDocument/2006/relationships/notesMaster" Target="/ppt/notesMasters/notesMaster1.xml" Id="R13f2d331cd86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bf65ec4fd34561" /><Relationship Type="http://schemas.openxmlformats.org/officeDocument/2006/relationships/notesMaster" Target="/ppt/notesMasters/notesMaster1.xml" Id="R890bca0905a444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5c89c443be4460" /><Relationship Type="http://schemas.openxmlformats.org/officeDocument/2006/relationships/notesMaster" Target="/ppt/notesMasters/notesMaster1.xml" Id="R3f527e69b3bc4d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18e7983a2f4688" /><Relationship Type="http://schemas.openxmlformats.org/officeDocument/2006/relationships/notesMaster" Target="/ppt/notesMasters/notesMaster1.xml" Id="R235bbf3c84c8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df94a6ef5a4177" /><Relationship Type="http://schemas.openxmlformats.org/officeDocument/2006/relationships/notesMaster" Target="/ppt/notesMasters/notesMaster1.xml" Id="Rf52f0fade8ff43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e8f59ba4ab4f8a" /><Relationship Type="http://schemas.openxmlformats.org/officeDocument/2006/relationships/notesMaster" Target="/ppt/notesMasters/notesMaster1.xml" Id="Rf589022d2c7d42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4a0778d0746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f4cc7c1ff94cf5" /><Relationship Type="http://schemas.openxmlformats.org/officeDocument/2006/relationships/slideLayout" Target="/ppt/slideLayouts/slideLayout1.xml" Id="R88a7363a0634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7363a0634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c508dcfa34f46" /><Relationship Type="http://schemas.openxmlformats.org/officeDocument/2006/relationships/notesSlide" Target="/ppt/notesSlides/notesSlide1.xml" Id="R3180a5b2db21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8a55d82674822" /><Relationship Type="http://schemas.openxmlformats.org/officeDocument/2006/relationships/notesSlide" Target="/ppt/notesSlides/notesSlide2.xml" Id="Ra5e1b8e4edbd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dcfe491c42a8" /><Relationship Type="http://schemas.openxmlformats.org/officeDocument/2006/relationships/notesSlide" Target="/ppt/notesSlides/notesSlide3.xml" Id="R212820575a744f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567712f9c44f7" /><Relationship Type="http://schemas.openxmlformats.org/officeDocument/2006/relationships/notesSlide" Target="/ppt/notesSlides/notesSlide4.xml" Id="R61e0613318ff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ca1bf266c43c3" /><Relationship Type="http://schemas.openxmlformats.org/officeDocument/2006/relationships/notesSlide" Target="/ppt/notesSlides/notesSlide5.xml" Id="R9f3c96a4f66d46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b6be37aa647e6" /><Relationship Type="http://schemas.openxmlformats.org/officeDocument/2006/relationships/notesSlide" Target="/ppt/notesSlides/notesSlide6.xml" Id="R0c50038a097b42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d7aad1e8c46e1" /><Relationship Type="http://schemas.openxmlformats.org/officeDocument/2006/relationships/notesSlide" Target="/ppt/notesSlides/notesSlide7.xml" Id="Rdf0083c7246349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fca0fbc2a4288" /><Relationship Type="http://schemas.openxmlformats.org/officeDocument/2006/relationships/notesSlide" Target="/ppt/notesSlides/notesSlide8.xml" Id="Rd1b0299ce3634a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d8a767fbf441c" /><Relationship Type="http://schemas.openxmlformats.org/officeDocument/2006/relationships/notesSlide" Target="/ppt/notesSlides/notesSlide9.xml" Id="R79361173267a4c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aa578c46a4e3d" /><Relationship Type="http://schemas.openxmlformats.org/officeDocument/2006/relationships/notesSlide" Target="/ppt/notesSlides/notesSlide10.xml" Id="R032bb19ed89344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d43570fb54106" /><Relationship Type="http://schemas.openxmlformats.org/officeDocument/2006/relationships/notesSlide" Target="/ppt/notesSlides/notesSlide11.xml" Id="Re6b105d313fe43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f7a7d0524c53" /><Relationship Type="http://schemas.openxmlformats.org/officeDocument/2006/relationships/notesSlide" Target="/ppt/notesSlides/notesSlide12.xml" Id="R32cc01457c8b4c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d3b1644ba4f06" /><Relationship Type="http://schemas.openxmlformats.org/officeDocument/2006/relationships/notesSlide" Target="/ppt/notesSlides/notesSlide13.xml" Id="R98b1d0dc6c6649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1be2362b742a4" /><Relationship Type="http://schemas.openxmlformats.org/officeDocument/2006/relationships/notesSlide" Target="/ppt/notesSlides/notesSlide14.xml" Id="R911e269532f64f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6652D-3141-4FAB-98C3-7231A1A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D0A19-F9AD-4AEA-95B7-8C541F8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0431E-8275-48E5-8222-B6638018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E5C3B-F396-469A-81DC-E748B617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42535-C995-4D5F-B124-E3469C37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9B434-5E72-4D47-AD9A-A014A19E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7CF36-B9B9-4B72-A9D9-62A9DCD0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37AD-6897-4083-BA6F-8882475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8892F-5364-4DA5-9183-7C1EC7B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1EB1B-3A65-47F0-801B-769D7E0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Board-safe conclusions.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E174F-FC4E-43AA-B590-25F0571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603C4-7350-48F1-9B09-039CE4C0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09B59-889A-49AA-B1D3-62432E0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E2E76-777D-460F-B204-7CF5E41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64EE3-DAB9-4E60-9A50-C4408D15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96F1E-FD91-4F3B-ADD5-7D633F77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1D77A-9C55-4335-8C02-376D3E9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5A907-54C7-4D81-9DE8-3216334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93903-6966-4080-973E-FF88F84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D0C83-E2F3-4FC5-898D-65E27A8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2253F-C81A-46B5-95C3-E45B4C1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board-grade market moves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9BFF0-15C9-4F67-96E9-7995E2D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996EF-CEDD-4B4C-8851-A0BC48C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5A443-EB12-44E9-90E6-C2240B3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B98D9-CE20-4010-83E2-C9D107D3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5BAF1-845B-4599-8B75-0CFEF97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72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Open the slides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EA3FC-17B3-4879-9CCC-C068D16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E8539-D7F0-4C25-B79F-D859F614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report and workbook support the story; the slide deck should be the first experience.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F34CA-A299-46E7-AF79-F5F82E1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09D80-E072-4752-9C42-EF96AE95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2026-06-11. Appfigures, relationships and hard claims remain visible gates.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08457-7083-4F54-BBFB-B60B1CEC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870148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BB043-902A-48A5-B6A9-32FFED9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E9485-8DC1-4E89-A283-ABA04A33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F8CD6-3863-40C1-83A8-8C48F1A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73E17-26EF-4447-B4D5-01A1BC1A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C7D40-BD09-4E81-AED0-A00B1E59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Answer the brief in three lines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31A2C-59F5-4AD1-8C23-25C1E18A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Everything else should support these answers, not compete with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0ABDB-1E04-4331-9DD4-C6D2730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BEDAB-60DA-41AA-8AEB-15EC182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7D63E-09B0-4694-AB56-5FCB8178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3BAC4-CDF2-4259-A01B-5D21A7FD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AE8D8-C71D-480B-862E-6DA55F3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27E5-BC28-4992-ADF8-02A0444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5BCDB-D86C-4F13-AB41-3C09571E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59C1D-80CD-4759-B8AF-DDCAA4AF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F62CF-BF4E-4AB4-AD25-CDF5FE58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0A6C9-4765-4FBA-8D39-12832D5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6F382-240B-45C0-B160-D0621D3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C6213-657A-47C3-AE0B-CC3402A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445EC-5BDE-4D1E-A447-702B8A3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C40C7-0F79-4AF8-9A00-7D378D02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43885-B7A5-41D7-93CC-482445E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ECE50-CCB0-498F-9B5A-C4A20BC4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34275-5F82-46D8-A6F7-F1D9DCA7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5E95A-72E3-4462-8511-659A6F81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45163-C093-4F06-BDF7-2D4DD91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 slide after this should either answer one of these questions, prove the answer, or mark a validation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7A3FE-115E-4C45-A8E3-C87F180A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0DA10-F4EA-4A10-B224-C1D84C2D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8444C-E841-45F8-ABD8-64C7890C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6080715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FBDCA-8FF8-4F19-98C8-36B6144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22CDC-22F0-4AB8-AD37-D885AA9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293B-E70A-44DE-9F05-457D24F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081A7-7D50-4150-955D-103B96B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A6EF3-77A3-4FA0-ACE4-EAF626D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24C47-4A15-488C-A0A5-052CC2C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6F932-B497-4AD3-8296-3C72314B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61EF0-52C6-4AE3-B9F3-6D88523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97103-155C-4C1A-B37D-9674BF10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DB4F7-22C2-4C42-A2AA-18A746A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F07C9-1DBB-4F08-93D9-863BB9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1914F-C650-4F93-957A-7951076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1CA1A-01DF-400E-A63F-677C7243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E6BB9-C5B8-43FF-B39C-E269A576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7029A-BDB3-470B-9479-64C8B43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FD833-88E3-41DC-86A3-B8E3D89B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E7A60-29C0-4D45-93B0-4A35E838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59174-11B7-4EA6-8FF4-A545DA0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D1B45-899A-4137-8B46-FBE231C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C0221-DBF9-4806-9190-1EC97B9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ABC49-FE6E-4ED7-AA29-3984B6F4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BBF4C-CE51-49EF-A384-FDA1C038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594BD-42C5-483A-885F-55D3E26C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6758E-7AB5-441F-B495-38FF1E2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255C1-BA82-4203-A170-7618CB05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8B508-9882-4801-985B-056DE23E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0111B-10DD-4129-B99A-774CDAF0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AFDC5-11E0-472D-BB87-235ED974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F2E68-3E6B-42CD-87E2-CD88CC13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43F6D-6D7F-4A26-810B-BC098D8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4A280-752B-49C6-A6D1-FADF10D0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81410-4810-4779-B0F8-1BEEBE47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6993EE-16B9-4F0E-B234-DE688708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47E24-8D36-49DE-B6DC-2A207191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7536D5-0C7C-4D88-A0C2-F30B3A8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9B78F4-2304-4DB5-9273-DCA1131B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8BECD7-4AB6-465F-B468-1B0F6045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EDE22B-B334-4921-8922-39D664B7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FDA76-5CB1-46A7-9D7B-A8E7FCAE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54793A-F3D3-4E08-9FA1-313AEBD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DB2E1F-423B-42F6-9AF7-1B8172A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6BAB0C-B9B2-4C13-BD8F-2469C3A1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9F4DDB-16E5-4EF2-ACE1-0F7DC972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8980040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4DB3E-B519-4D12-B37D-3546AEF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F141C-1A75-40F6-A548-4AB4512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09CC1-2959-4C32-90D9-C69C1632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DBF8B-DDD0-4241-ADB7-D97819C3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C6170-C4E8-4991-8B2C-1AB9ECE7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318DC-DF6C-4C12-B268-5F103229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6E093-1BBE-4696-8B3A-301DC7F1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AEC49-9ED0-4257-9779-AD08264C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4297F-5209-4CBD-B552-0F728E9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5737D-1576-473B-BC38-2AE4D978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88AFC-DBB0-4B58-829F-1BEF82A5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401C4-AA53-4930-A3AB-210B9329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E572B-6715-4709-A25D-EA95C367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AB530-E16E-4A97-8E99-DDF5704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D2A99-FE08-4D94-BAD7-5BF9C1EE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6A707-F682-4330-BCF8-1779A19C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44054-54F5-4778-A916-9DAF4D3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C9475-C95B-4ABD-B37E-FEC3CB2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C6CCE-0CBD-4CFB-9A6A-48300B2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538F6-7B0F-4A99-89FB-8DA3EB3A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22295-A8DA-480E-A857-73EB928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FC75D-DA37-47D7-ADC2-A1167756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E84F7-58C5-48E4-8832-BDB41638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AFC64-4F8D-483C-BF12-EC6BA9FF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66413-D3ED-42CA-BB1C-A863F2D6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FF632-0EAC-4C8B-8F30-27C54237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A5C7E-83E3-4209-89DE-9F11E843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36EAF-56D6-4ED5-A6BF-11B71E9C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5152E9-95C2-42E7-A1FB-9A68DAB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975EA-5465-4D3C-A19A-1AE3DD2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A3C1A-0A70-4480-A022-85A071D9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6407B-F68E-4F18-BED7-78F7138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737048-A058-4B6E-9D5E-74BCB939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E68B8D-0436-45BA-80BB-3271DA6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93FCB-0312-48DE-9895-0C445980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3A0213-386E-4305-8590-D0F5DD7E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F2934-2D93-4B39-B68C-E7477DD3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867396-6D01-4F56-A31C-2F3BA42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EB336F-38FB-42DD-A2C6-1E284C5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A35821-33C3-4A9E-AA97-7E181EB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8F9AA-9D2A-49CC-AE12-4854D278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AC6869-3673-40B9-8D19-B1D2A14A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966A6F-8B82-4B40-A7F5-7102FAEC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28C9F-3AD5-4404-A5FC-1B0BAE57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4A2EC-2468-4A85-9281-507E76F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0F111-4952-4AC0-AD80-901664DB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4395AE-C52C-4E5A-B4D5-617B1A8F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FF5572-2AAD-4C9A-AE5B-74DA1F0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5AEBC5-482A-4562-ACFD-60C5F362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E788E7-DBFC-4C99-A588-EC9F989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642B08-3A2C-4E89-AEC3-147D6E73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D2D947-C9C1-42E2-B78B-6A66F88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796408-5C4F-472C-B780-C13BD3A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90FAC8-08BD-4B7F-A768-7F37BFD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210E6E-3C28-4A4C-AA2E-087CE5E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FE2CFA-1E44-4ACA-9F57-91CA18D0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3C6D05-59C5-4D49-8872-FAB8B7EC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09A422-A1BF-4A83-B4E9-796753E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E1B57D-BC28-49F5-AE9A-10C368D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E999E8-676F-4ED4-875D-91DE8BC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782F4D-B7AD-4C6D-8A80-DA1CECB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C8D294-748C-4313-9311-DC31A0D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CB63E1-43A2-4484-BB8E-326E32EB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B5F19E-9F0E-4BD5-A68F-AAA69F17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351343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37D71-3E0C-42C9-B89E-24D2FF06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75CB4-BD67-4C20-BF94-24FB8FA4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52A19-86D1-4B02-8EBA-C65554A9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EE6A5-A542-4D71-B0E4-BE9BD93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BA812-3046-4260-A493-E655FFA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6D720-CE99-4220-9D5B-5CCEB885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80E36-FD4D-4C45-8E8C-7D7CC2CF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797C6-D873-47D3-B37A-AC1D58B4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1F97B-9A2A-4B92-BB0A-A5FC8D32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19D1B-A3E5-4ED1-B49B-CC5FC70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112BB-9379-4662-A627-A9B14EA3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78B82-0E1D-44C5-897B-859E1A5D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246C2-F058-4D5F-803F-A020298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D6349-B7B0-4E5D-8F9A-AD8DF5B1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118E2-4905-43F8-B0AC-BE307E1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0646B-B83C-411A-9196-7226287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EBA96-ED44-4466-B54C-76DF99D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5F4FD-7707-4E94-B7A2-CA1F153B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871CC-0CBE-4683-BD13-2BBB620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44B2C-0894-497B-B02C-A9E3C73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A0786-2B08-4B07-BE55-0C95103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8A4EA-50C1-4B22-9840-20C21AEB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D2059-212F-4E46-85AC-EF13C1C9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DD321-4D73-4668-BEB7-8C4C45F5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09B6B-E216-4EE6-9E64-E9B27A24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8F7AC-7228-47C9-BCD2-4207277C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CA3D4-6D87-4020-8988-F7D260C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347E9-A1DF-4BE3-B745-9874024B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AEC01-3E45-4E2B-B946-E97C5C94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A6DE3-07AD-4F25-B584-5F3DEB63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1E002-106C-435B-8983-109B49A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7B70E-6294-4B56-A0DF-2D6DDAA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9F036-1B8E-46D6-92A1-E31E59C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656C9-F9AB-4642-A4A4-D2FF5F9C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85E59F-C161-49DC-A762-868B673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D4D17A-AB4D-410B-972F-3B2FBED0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9795F6-F84E-4AEB-899C-D9569433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5A3D4D-0503-47F0-8B41-2A0B935D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3AEEAE-5CC6-4A5F-BE3C-0C2EE42C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C3832E-2285-43BD-B141-2C379EB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66B693-1C4D-4848-AB47-577D24D3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09DF5-7D5D-4E01-890B-1ACD42D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C272CB-E5DC-44B9-BE61-A80FB2A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3783739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E6EF9-4603-4B00-BD50-E3A44701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63CD8-3D70-4861-BB40-30B2AD12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2484F-7FB3-427C-995B-B7CA322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6D5B5-A035-4262-9B20-C2AD78B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3C0A8-CB12-415F-A997-C24205CA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performance section should look like a gate, not an empty 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32B42-DCA6-476D-B3F7-87402C65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brief asks for Appfigures where possible. The correct visual answer is: ready to import, not populated.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ADB9-83BD-424A-A055-2A846CB5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417E1-66E3-49C5-B5FD-04B36A7F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2E1BD-BC2A-4F05-8099-9073166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23BD0-B012-4462-8C0B-FC2DACA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30622-8272-4353-9D5E-7EAA3F9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4A5D8-5E9B-43A3-8403-751D31DA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79C70-3A14-4923-8DA3-A45812F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E18D0-AD18-467A-958D-318EA13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F82E6-2243-4EC3-B9FF-51A0449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6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Guitar - Learn Guitar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2692F-7F7C-4C2A-8830-FBA81B3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48D09-083C-4ACF-B4F9-9E93E58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C2531-79EA-43AF-B88D-DEAED725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D5B1D-0D03-4448-B39C-757EB96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3550D-7F4E-4E14-A5BD-BCC87EA8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Piano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25AB3-A3C0-40B9-A5AF-307D6A6A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0946A-22C0-4A32-AE0D-62DDA4BB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A0766-1588-41D1-9122-3D06FBA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8B1F5-5FAB-4D7E-A2FE-144998A6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75179-8556-49DA-A2AE-7F135EB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09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flowkey - Learn to Play Piano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C25EA-23BF-49EE-AC6F-F4C6178C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81EEB-40BA-4C74-BB10-16DF39DA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9BF05-8BDD-4799-93FA-517EB60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C9FA3-D3EA-479D-B329-6CB1BCF5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0736D7-D9EB-424E-B324-B8FC556C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Skoove: Learn Piano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5C209-D63D-4E31-BFE9-1AEBF0A0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162DB-EA1A-466B-B5D1-AE491F6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0098A-F6AA-421F-9727-088F3633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E8400-643F-4FBD-BBB0-95B2E099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AED54-3691-4132-8F8A-1175B2D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Fender Play: Learn Guitar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1B9BA-CAD0-4FFE-87C0-CAA749ED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43CCB8-D7B5-4B9C-811D-4B64B86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1E10A-4370-44E1-9256-EFA43A9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3A877-944A-4B74-8E0C-D7C76688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AC1646-2572-4D75-85DF-4023960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44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Gibson: Learn &amp; Play Guitar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7A3390-E6F7-4380-B765-6F3F3971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5CC1A2-2D54-4C93-B93F-A22FB3D9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1F22FD-18C8-400A-9E38-B0F2741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AD1F8B-A13E-4E9D-8FD7-0E2F645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2F4AE-A737-46DF-AAB7-68FD9EAD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22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Moises: The Musician's App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0F3C34-F2B7-454F-8F02-D8F3A18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44847D-6782-4389-B3D4-2461B76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5D9CAF-9C2B-40DE-A52C-7C298E8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722F0A-A756-4FFC-A39E-52417B4B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0E1819-5DF5-4B3D-8A73-F1038DB8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61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Guitar: Chords &amp; Tabs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027AB1-B58C-46C6-9CF1-FF7FD05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DC7DD1-23F8-4B58-B0DA-D3F1298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3B8DFD-CDD1-45D8-9CD0-B74732BA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60ECA1-1D65-4A32-B3C7-103ACDC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1CAEDB-880E-4E4A-B345-D86B87F5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MuseScore - Sheet Music &amp; Chor...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B75D53-D4CE-45B7-BA7D-41027FB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318BD4-9936-407A-B0D7-5674D771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D47FB9-2185-4E77-B043-7E697201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741D22-256A-4B68-A954-9E923DE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946378-7BB1-488D-B6DD-C1ABCD0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5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Songsterr Tabs &amp; Chords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029AA6-4CA4-430B-85BB-0E403EEB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DC2859-2B56-43AF-ADE4-6297DB81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C2F8C7-D1D5-453A-A033-1983264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57261A-3365-4735-A38D-A566E0B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471401-7C6D-474D-AEEE-95ACEBB6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7CD2F3-7633-458B-A0B3-A2B1C64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26FAC1-9E09-4339-8498-68BF23E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1FA9F6-F6AF-4933-86DE-0B8416A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6337B3-C052-4F9A-89BC-C25F9A4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1405B5-08AC-46C7-968F-94788447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D3E3F8-0988-4BE6-8BD2-FD79B296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FE86A9-EF35-4069-B007-BB4942E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9CDEDD-1173-4D84-B5E8-44E4179C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C2DC12-523C-4B7B-BB0F-A8DCF1A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0D000F-E521-4609-AB6B-F7DC1D15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0069D8-869F-4A12-95BF-F717CBE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8909987-1D3D-4652-8F60-905356C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appfigures_request_pack_v3_2.csv and appfigures-performance-export-integrated-v3.csv.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CB06BB-AD30-4B32-90B4-AF500BD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2137889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94D6B-7299-4F0F-80C1-D1A4C23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072BB-CFFA-4506-9D49-F436DB1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8F495-DDBA-428D-923F-44F47E4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22ABB-FEED-4F91-AB00-BFFD926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672C-D4B2-44A6-95B6-24E4D159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curated for board reading.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96347-EDD7-43DE-BC3E-9BD56A7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shows the shape of recent news, while static context stays out of the board timeline.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478EC-AE05-47A5-B816-872E2CC8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FDA64-2531-4152-89F4-3B1AF47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53326-AF43-4405-A4B2-4DF19AC6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61D26-916B-49D8-9A33-CBEA9BA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56A5B-AB1A-42DE-AF9B-C1F8FB5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C1BF3-5D37-4FEF-852A-E2AE769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A9684-B438-49AB-92B3-0CC94A10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762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DEBB3-DB84-448D-8D3C-2F3B1A71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DF7B3-37EC-41FC-9B9D-FCB27AED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EFD0E-711A-4964-AA6B-53C5C516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EB4F5-5259-4521-9B8E-377801BF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924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2491A-89B3-4D32-AAD5-B183294C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1BF71-F30E-4ACF-8254-696EE1E9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4E1AB-C75D-4AA3-A392-CA6A437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70D04-1165-4B2F-8C81-7E0B0FD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505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07751-4711-4E82-B620-F29BBA14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37F89-BADD-46EC-A30A-A229709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21F82-E9E6-4937-B835-40F786FC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3B208-5BE1-4E55-B408-1C1F1178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085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5B7B9-6BC2-4F7E-BFCD-8CB7E29E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2C874-3945-458A-A017-D70244AA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47A06-658A-4269-A22C-B9F9C649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B6350-E12D-4044-B793-8FF8EFB9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178C6-793B-437D-9C31-04A6EC1F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217C0-896A-4BAC-8A13-6D76530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D73C9-CBC1-4C7F-B9BE-57B8A11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17F57-E271-4243-B25C-654A834B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33F91-1D68-4E95-BEFC-A5C08D3F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A6B348-0685-4F2F-B80E-2B59293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learning apps and platforms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D5204-16C6-4B0E-9F61-EBD7414D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30F26A-B53F-4ACC-8A11-1D1C6735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7DAD4-DAE0-4DA8-8C5C-028F2BB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0D89E-E4EC-4638-BC98-E0EB0E9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74719A-C41D-4DE8-B3A8-FE84BE6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FD3B20-81F5-4360-AAF3-2B161FFD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board-grade moves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3E88CA-99A5-460E-A2D4-5615BCC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FB8CDF-8914-4696-8576-2A82ACDD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10E43-3435-4DA1-91EA-1BCBB17A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26F65C-837A-448F-9033-8C3E4EC5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C17DD0-129A-49C7-A622-7FFBDB8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74E129-E908-4E73-ABC8-12066FB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64070E-8895-4223-931F-3705E875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Grade A/B events carry the main story; Grade C context remains appendix-only.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10BBBA-FD4F-410C-93C2-BBD96C01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1F0DF9-4801-4A46-AA58-A18FAC6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3E619C-1637-47F9-931B-A90B858E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2526396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3213B-A9DE-4861-A4E0-BE0A140D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05B54-2ADA-4B46-A13A-46F01095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D106F-018A-4693-9FBD-C72D2903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E9337-0CDD-4929-9D83-64B56FE8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E8967-9F14-44D1-B15F-E8220C6B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29FA-B6BB-4B75-916B-1BB6FF9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4CEEF-1030-4436-ACAF-F0A70C81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DDBC9-5360-4B4E-9C58-64767B4C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B2D44-9FE9-4CD9-9D9D-74798E46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BFC3D-77F3-4AA1-BB17-A1641A8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B27F4-55D9-4071-85D4-FF6C56A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35492-8BDD-460F-A861-8A78BD9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4DE27-730D-404D-BA2E-1DA88441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E3478-2756-4772-9DB6-DCC4AF8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D875B-7851-4B8C-B623-F1B13FB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C087C-CE84-4C4A-BD00-5056B815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52415-E5B9-469C-8D3D-28CA6F7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F358A-3033-43CE-B135-891C5F0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68B8D-D3F7-48BD-AB7D-38EB803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40BDF-69C8-48B0-943C-F1854679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6F18F-9E2B-41BE-83DE-B29E9609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11A24-D53D-493F-A1D5-1F20964A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663B0-0210-4DD7-BF03-652D81DD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B6910-6A13-433B-9C4A-3E1B228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A5971-9FC4-4087-9C86-83139F6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CF2C2-5F7D-4907-B8F7-7669027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0BBD5-C344-4599-BECA-E05B4E8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0331909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B3193-0D49-4822-8F07-F38829B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B6DCF-DFEE-4A86-8EDD-C63F9BF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B2790-06E4-4BD9-83A3-04D9FA2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2455E-FF4B-4441-B55E-B8444EE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C204-F2E1-4A38-8659-307948A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E06D3-4E36-4199-84B5-0E6CB8F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61AF0-EF3F-4D1E-BB54-F7F7360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79ADF-2A6A-4E32-9AD6-84F9156B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E95BD-E6D2-4BC1-8409-918AC89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CF16C-DE08-4A53-A8FD-6397E287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AE1A3-A55D-4D9B-BE72-E442FC7F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33729-36A4-4F1D-8337-622C3202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E4607-2280-49D3-A873-D2ACE71C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83103-F242-48B3-A9A6-0C74491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44459-C1C7-4F30-8DED-EA73D859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BD420-541B-4910-A70E-67884E6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9D0E2-D4B4-4E55-A31D-C5E340E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EE082-3A4C-4A00-8491-C672E7A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E4A5E-F70B-4197-BBD2-FECC3F5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89B2D-4E3A-4DAA-BADE-8AA5106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506B4-2E65-4225-B560-2ED7F10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874AB-9A7C-4272-8DC7-9E6FFA5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2970A-4723-44C5-8E50-70B68406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9FF26-B05A-40FE-A460-5D109132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645B3-C815-461B-9648-C138C54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97CDE-0B7B-474D-A03B-DAE1B414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9EF55-A5D8-4BAF-8AFB-1628DB46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0DFDC-F1C5-4DC0-A1DD-A1D9E80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CDD06-C8CC-4A66-B98E-6CCF405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BE282-1413-4236-A63A-D9FFDF76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66679-2CA8-4066-A33E-AE24720B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0DB23-BD66-4EBF-9560-5F23F89C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9EE21-3ECC-4690-806B-3656030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868D8-6FDC-48ED-93C3-59F59AEB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224F1E-4A56-41F5-BB5C-31FC11D1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7DF69D-DF5C-4F7D-800E-151728D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97B8BF-0D36-4620-9466-EC4855D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7C46C-ED8E-46A5-8C4D-14F8BF7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4277616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F0518-55EA-44EE-B789-2E63591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7C2E2-79A3-4501-9C32-AC9A8299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6A03-B382-47D3-A87E-95A0EBC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38565-DD3F-4E50-8355-7E95EF8B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927F5-73CD-4A43-8EE1-6E24ED0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83FBE-361D-44F2-A5DE-08D8649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69CB7-6765-4799-A481-DFBFBBC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38DA4-9C8D-4225-BA0D-8CF8235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1E85C-BC56-4FFB-BD6F-E335096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F6AC7-1416-4960-B16C-120F5927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8C166-C11B-4D8E-9B20-F260552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CE24-0E1A-4D5F-96D5-8E85C271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87CF4-756F-4386-A6B5-12D637A0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5DB91-4301-478D-91EC-7DBCCA3F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24606-718A-42F4-A90C-72B593A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96F81-3912-4CCE-AEAF-A68AA20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6A39F-BCCE-4020-89A1-09DC64E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7FD7-7D9E-4C22-AC30-1AF74458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7FAAD-8554-42EA-8622-707CB39B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B9EA5-8918-436D-B0CB-88C44FC2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7586D-D3DA-4F8D-9BE0-3DF4298E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CE0CA-6DFD-4703-A391-CFA6C0FD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237A7-C20A-4762-8E1B-36AD55C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05DB4-99D2-46D6-AED4-D9EF2DC3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8B80C-8582-4338-A38E-F31BB780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7923868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DDB22-C84A-4843-928D-74EBA3C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6FC70-885D-4B70-812A-9B3598A9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276A2-9DE2-4063-871A-004DE59E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6CDCB-B189-49B3-8CDA-D73518D4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1C24-C3CA-4112-B4AD-C2ABF196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9F80A-C49E-4A61-BC32-A0D68CB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B426D-88D2-48E8-BBD8-97F0640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F8FCA-CA13-48B0-BE80-5D210E24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A450D-F568-4E86-BACF-63A35BA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1ED1F-1F76-48F9-8DF1-872D9A5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C6D29-6C4D-440C-92B3-5E083C00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43025-E71E-481B-B34D-4760CD0B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2752E-CBF6-4152-BFE1-BE0BF327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8292F-C737-490E-B2B7-9282628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36064-423D-4315-920F-0DA4D6D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4ED3D-2569-4879-A0AF-160F50A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22ECA-3A98-4EE0-8C1D-8C7CBB79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FBB0C-D107-47F3-BF0C-81FDA5A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F2115-BD74-42D1-87B8-307800C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92563-958A-409C-B221-CC9EF6B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449E9-A86C-4384-8883-D729F22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68930-F0DE-4B57-995F-D6AA553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B833D-5526-465C-B85B-AF4B9AF6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41F14-4F1B-458E-A24E-E789C0A1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B177D-6C2C-4496-B5B4-825E8D2A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A3CD8-B0B3-4254-9007-D856E0B7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68459-E1CC-4172-8F63-F1CEA89A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A1AF2-373E-4E36-AFFA-79FC0EC4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5EFAE-3FA2-4C6C-A3BC-E9EEBBD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EFC4D-BC80-4D2B-94D2-CB5FFB75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382AD-010A-466D-BB6F-664FDE13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80965-DA3F-46DF-8E03-41B1C3EE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E091F-2417-4868-AC4A-F7F4AD7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7813001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4927F-335B-4F82-8D92-2FDCBBB4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132A6-AF8B-4A0F-8906-021FCBA4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53C42-1CEC-4670-A35B-D17D815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VALIDATION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6A9FE-88AC-46FC-8C83-5B70A38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BB396-B5F7-4516-BBB9-43CB9A1E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Validation gates are explicit, but they do not lead the market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3B348-9EDF-48F3-A297-F5D4009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package separates usable findings, review work and true blockers so no hard claim is overstated.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106B7-98CD-43AB-91CC-817F0FB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A7AF-7F22-44ED-A178-F537965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0AF3E-7BB6-40CE-9AFD-8BBF70CF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Board-safe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2FA34-2F2A-453A-9D1C-908EE92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hard claims eligible for main narrative use with source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EA19E-3025-4B84-9D51-FDE5ED2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2EA8F-A502-4256-BBB5-04C92AB2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4AFAC-860A-4E09-8915-9F358A5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32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Appendix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5C785-CD09-480D-BA4E-1D87B323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hard claims blocked by Appfigures or Low/Pending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6BAF5-7632-4E6A-91DB-C908CDF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D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6D13F-6B5D-4348-9A4B-6CB88BB6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993E2-3D83-4996-B0AD-D57B8D87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63469-93F9-448A-A924-1D480CE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credentialed Appfigures and relationships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8D245-AC9F-4055-B870-3C069A6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BED6A-51CB-4D41-80FD-57F50B99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49C12-F373-4553-9FBF-EA79080F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Market 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C532B-F404-4C1C-8390-C17A4B5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5918B-65EC-4E0C-82D7-189E4F9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4D673-2444-46E2-8390-DCF2465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D9316-864D-4C93-8CBC-68737B28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Key-player relevance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DBD5A-F9E1-4AA4-BE3B-22C6692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BA758-A196-4B82-89B7-08485E4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33A58-FDA4-4893-B1A8-80531ECA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199937-7C68-4A37-9508-11CC0999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Ownership / investors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6C1F2-94D4-42FE-B71D-7B83E87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09592-74F2-4958-8E00-09D7FAA2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16005C-4FD4-4455-A8B3-EFA5464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227B2-1094-4BDA-B1AD-DD841D0D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reach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5DE99-C0A7-4B8A-92B7-3F9E98A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B8E4A-E069-4F2D-B4FA-7CC89901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CFE2CF-D9EF-4D95-8677-16B46B3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9B184-7CBF-41EA-A64F-7FE285E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 / deal relev...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E37F69-B9F7-41E7-952F-842A759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3DDE9-F104-4100-82C8-CFFE736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588729-7D22-44DC-82AA-9CB6FE5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9A7066-0205-4EFD-B380-9629658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Education reach / role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1DC118-F9AE-42D0-B58E-A90FC0F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29DD6B-15B0-443F-AE61-29DA9542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ED9B49-BC5C-4A49-B8D5-7285413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64B95B-ACCC-4EA1-AB4B-6D7470CB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Current review risk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67DE6D-BE4F-498F-B646-E46889CA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 source-change review items, 78 refresh retry/access rows and 42 Low/Pending source-audit rows remain visible. App-performance claims remain blocked without Appfigures.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9E93D-CECF-4BA0-A7E7-5757A426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7C0B45-A58C-4A68-8A9D-80615FE5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board_safe_hard_claims_v3_6.csv, blocked_hard_claims_v3_6.csv and data_quality_check_v3_4.csv.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724B60-718C-4F9A-9134-F38A9FE5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805304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5A5D9-9536-4D41-8266-1CE5985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671DD-A417-405B-9BC4-E8730E98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67A9B-3E3C-4B81-AA86-2D2C8A61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SEND HIERARCHY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C7932-6CF3-4E97-B617-43043DC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060F5-08F7-45DB-9CB5-00A1250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Keep the recipient package simple: deck first, proof second, completion files third.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41174-34BA-4E36-9F1F-E380EAA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Short/standard/full exports and dashboard files should sit behind the main read, not compete with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0C45-A133-442D-B88E-F0729C7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6F0F7-C43E-4306-9F7F-E20A0E9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9BAE3-4216-40FE-82E7-8D2A6D8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47CDB-CA50-460E-B255-5F9F3E72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6D4A4-D566-40E0-84A6-33D6F4FB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executive slides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7874E-50DB-4FB0-96D0-D6D155AA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D286F-E27E-491C-84B0-9C01438B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23AE9-8D55-4781-95DC-E802044B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D9890-4F71-4E89-83C8-06F3C2D4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4F465-14E1-4918-A6E5-E0C3940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Read second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B9A4C-A9F0-46DA-9233-903D22F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market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DA670-6A5E-47CE-A1FB-EFE1BF49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E1FC2-863D-48A7-94B0-D0C15CD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8A994-EA85-4D8C-95E4-B8F6C6F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851EA-D75B-4FA1-BBD5-F3A1D495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FA5FB-F39F-485A-8D7C-1A143A89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Audit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7E276-F99B-4C49-BC4E-7A509D6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database/workbook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9D84F-91C7-4BF4-812D-E30CF1E1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ACDBA-C974-4541-ACEA-D7119FFB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25450-597B-4E76-91C6-C90A822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0F545-A41E-4830-8C7D-911B9BC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43292-CE59-41EC-A6B1-C04588C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6907F-1E58-47FA-AAD5-C4904031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Appfigures + relationships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35F301-79A5-442B-ADA8-F3203D1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2F187-5A39-4206-8CBD-EE44A34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19C1B-2913-4739-B307-5123935A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DFF5E-4124-4BEB-81BA-F30FD233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B62384-DC4A-4C91-A282-4CAF50AE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Optional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75FD3-02B0-40B2-9FF3-0B5DFB4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exports/dashboard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326CEC-83F5-4057-9E2B-942F704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530BE2-C2FB-4359-BEC0-6E62A3C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A8072F-8E84-4691-970C-1131487C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CA52BC-638D-4209-9E46-275D25CD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284FC2-4096-41DB-8CCF-CF0C7B8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A347F8-C998-4C53-A599-4A9BEF9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Board-safe output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EB74F0-FA0B-4898-8D08-C3719E99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4E71F-0954-4E5E-BD72-E9C33F3B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1596FB-6049-48FC-B7A0-1D87BB8A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primary files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BC0E56-9132-4DC0-B29A-DD8BD92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EFF39-1CD4-465D-9EE5-08194BB1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F0B783-06C2-4346-B010-0908489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completion 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83C1F5-3987-4BB3-A51B-DD1FE51A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596B71-CC30-4E57-A9D6-CCBC648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50DFD4-6567-4760-8F54-8836C2A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3BC7D6-5978-4362-92CA-AE189F2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049399-2860-45A5-BF42-DA1551C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C4E2A5-7834-42E5-B67E-98067BD3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relationship rows pending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9AE9F6-3A1A-4490-96C2-239B7AFB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526D31-DA62-4D8A-9468-AC9A31F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final package structure. Operational refresh mechanics are appendix material.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7B83E4-A53A-4496-B7DB-BBE53EAA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8538090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C968D-3A77-46D0-BACF-9D205A7A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07EB3-1A4A-4FEE-955E-C10FD0F5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D774A-4EC6-44F1-8943-382B50F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SEND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32414-4F1A-4859-850F-8E950AC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93CE-61CE-4FD0-9BD4-2CA0429C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Use a slide-led executive package, not a dashboard tour.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23802-8330-4A67-BA91-DC3B87D6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slide deck carries the answer; the report and database carry the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8C563-F674-408D-AD7F-6943580B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419A-911A-41EE-A7DD-0943E817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7BD07-178E-476B-9FC0-2722C7B8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B91E1-E1FF-4353-96D7-CC843F37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SEND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25871-7C45-4090-A896-3214421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6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Executive Summary 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0571B-F452-4FCA-B412-A7FBC943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Primary meeting read. Opens with the brief answers and validation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6869C-C04D-4AFC-A20F-42BF1995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51974-7C22-4B9F-91DD-CF5E5C7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6AA9F-9872-4EC4-A6D1-792D81E6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A2471-A080-4CBD-BCC1-F290F94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USE AS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08E6B-C73A-44EC-9191-3D4FEA4B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5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Final report +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62049-F485-40BF-B83D-6F052093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Full market landscape, player rows, claim matrix, sources and appendices.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DAB08-212A-473A-8DD5-9A61CA17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3B433-7FB5-4DAA-B957-26269CD0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685A9-B1AD-4B82-B814-57EE283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0ED8-A445-4C63-896B-8A06C3B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STILL BLOCKED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36DD1-8DB5-4FD0-B9AC-19A6E583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Appfigures + relationships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EDAC5-1E01-4388-BBA4-AA415F0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Do not claim performance ranking or relationship status until populated.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D153A-7D85-410A-94FC-A2EF5C8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DAF7B-C584-4304-89D3-51086D9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BE612-362A-47FB-84D7-4530D96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 deck is brief-led and recipient-ready. The remaining approval gates stay visible where they affect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ECC33-30AB-4C19-BFE9-BB86199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F08DB-D118-4FF2-A48F-87FBBDA6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Recommended order: PPTX first, PDF second, workbook/database for audit questions.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57CB7-CC83-4967-8EFE-42D5358A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v3.6</a:t>
            </a:r>
          </a:p>
        </p:txBody>
      </p:sp>
    </p:spTree>
    <p:extLst>
      <p:ext uri="{BB962C8B-B14F-4D97-AF65-F5344CB8AC3E}">
        <p14:creationId xmlns:p14="http://schemas.microsoft.com/office/powerpoint/2010/main" val="1533571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2026-06-12T06:23:30.4810000Z</dcterms:created>
  <dcterms:modified xsi:type="dcterms:W3CDTF">2026-06-12T06:23:30.4810000Z</dcterms:modified>
</coreProperties>
</file>